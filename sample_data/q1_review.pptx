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480.49</c:v>
                </c:pt>
                <c:pt idx="1">
                  <c:v>220.25</c:v>
                </c:pt>
                <c:pt idx="2">
                  <c:v>170.0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Sales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sales grew steadily across all regions.</a:t>
            </a:r>
          </a:p>
          <a:p>
            <a:r>
              <a:t>Customer A104 placed a new order in March.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 Date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2026-03-20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