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10" r:id="rId4"/>
  </p:sldMasterIdLst>
  <p:sldIdLst>
    <p:sldId id="275" r:id="rId5"/>
    <p:sldId id="259" r:id="rId6"/>
    <p:sldId id="257" r:id="rId7"/>
    <p:sldId id="297" r:id="rId8"/>
    <p:sldId id="298" r:id="rId9"/>
    <p:sldId id="291" r:id="rId10"/>
    <p:sldId id="301" r:id="rId11"/>
    <p:sldId id="300" r:id="rId12"/>
    <p:sldId id="302" r:id="rId13"/>
    <p:sldId id="296" r:id="rId14"/>
    <p:sldId id="294" r:id="rId15"/>
    <p:sldId id="276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D7F1EA-75A7-413B-BA31-25D4C1C53EFD}" v="30" dt="2026-04-06T10:40:58.8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9130" autoAdjust="0"/>
  </p:normalViewPr>
  <p:slideViewPr>
    <p:cSldViewPr snapToGrid="0" snapToObject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ul Parutagale" userId="a538166a-4ad7-4158-a4e1-d017d415d202" providerId="ADAL" clId="{9BFC739B-D59C-4B8D-8496-DDA68EFEED89}"/>
    <pc:docChg chg="custSel modSld">
      <pc:chgData name="Amul Parutagale" userId="a538166a-4ad7-4158-a4e1-d017d415d202" providerId="ADAL" clId="{9BFC739B-D59C-4B8D-8496-DDA68EFEED89}" dt="2026-04-06T10:40:58.839" v="859"/>
      <pc:docMkLst>
        <pc:docMk/>
      </pc:docMkLst>
      <pc:sldChg chg="modSp mod">
        <pc:chgData name="Amul Parutagale" userId="a538166a-4ad7-4158-a4e1-d017d415d202" providerId="ADAL" clId="{9BFC739B-D59C-4B8D-8496-DDA68EFEED89}" dt="2026-04-06T10:14:12.233" v="438"/>
        <pc:sldMkLst>
          <pc:docMk/>
          <pc:sldMk cId="4041433737" sldId="257"/>
        </pc:sldMkLst>
        <pc:spChg chg="mod">
          <ac:chgData name="Amul Parutagale" userId="a538166a-4ad7-4158-a4e1-d017d415d202" providerId="ADAL" clId="{9BFC739B-D59C-4B8D-8496-DDA68EFEED89}" dt="2026-04-06T10:10:01.603" v="404" actId="20577"/>
          <ac:spMkLst>
            <pc:docMk/>
            <pc:sldMk cId="4041433737" sldId="257"/>
            <ac:spMk id="2" creationId="{00000000-0000-0000-0000-000000000000}"/>
          </ac:spMkLst>
        </pc:spChg>
        <pc:spChg chg="mod">
          <ac:chgData name="Amul Parutagale" userId="a538166a-4ad7-4158-a4e1-d017d415d202" providerId="ADAL" clId="{9BFC739B-D59C-4B8D-8496-DDA68EFEED89}" dt="2026-04-06T10:14:12.233" v="438"/>
          <ac:spMkLst>
            <pc:docMk/>
            <pc:sldMk cId="4041433737" sldId="257"/>
            <ac:spMk id="6" creationId="{EF224E65-5838-4B62-BE09-67B4659ACCF3}"/>
          </ac:spMkLst>
        </pc:spChg>
      </pc:sldChg>
      <pc:sldChg chg="modSp mod">
        <pc:chgData name="Amul Parutagale" userId="a538166a-4ad7-4158-a4e1-d017d415d202" providerId="ADAL" clId="{9BFC739B-D59C-4B8D-8496-DDA68EFEED89}" dt="2026-04-06T10:09:38.076" v="399" actId="20577"/>
        <pc:sldMkLst>
          <pc:docMk/>
          <pc:sldMk cId="1377582310" sldId="275"/>
        </pc:sldMkLst>
        <pc:spChg chg="mod">
          <ac:chgData name="Amul Parutagale" userId="a538166a-4ad7-4158-a4e1-d017d415d202" providerId="ADAL" clId="{9BFC739B-D59C-4B8D-8496-DDA68EFEED89}" dt="2026-04-06T10:09:38.076" v="399" actId="20577"/>
          <ac:spMkLst>
            <pc:docMk/>
            <pc:sldMk cId="1377582310" sldId="275"/>
            <ac:spMk id="3" creationId="{00000000-0000-0000-0000-000000000000}"/>
          </ac:spMkLst>
        </pc:spChg>
      </pc:sldChg>
      <pc:sldChg chg="modSp mod">
        <pc:chgData name="Amul Parutagale" userId="a538166a-4ad7-4158-a4e1-d017d415d202" providerId="ADAL" clId="{9BFC739B-D59C-4B8D-8496-DDA68EFEED89}" dt="2026-04-06T10:38:20.910" v="849" actId="20577"/>
        <pc:sldMkLst>
          <pc:docMk/>
          <pc:sldMk cId="2686742568" sldId="296"/>
        </pc:sldMkLst>
        <pc:spChg chg="mod">
          <ac:chgData name="Amul Parutagale" userId="a538166a-4ad7-4158-a4e1-d017d415d202" providerId="ADAL" clId="{9BFC739B-D59C-4B8D-8496-DDA68EFEED89}" dt="2026-04-06T10:38:20.910" v="849" actId="20577"/>
          <ac:spMkLst>
            <pc:docMk/>
            <pc:sldMk cId="2686742568" sldId="296"/>
            <ac:spMk id="6" creationId="{FA8C502C-AF45-2E6D-65B4-71A940FA5287}"/>
          </ac:spMkLst>
        </pc:spChg>
      </pc:sldChg>
      <pc:sldChg chg="modSp mod">
        <pc:chgData name="Amul Parutagale" userId="a538166a-4ad7-4158-a4e1-d017d415d202" providerId="ADAL" clId="{9BFC739B-D59C-4B8D-8496-DDA68EFEED89}" dt="2026-04-06T10:23:50.682" v="456" actId="20577"/>
        <pc:sldMkLst>
          <pc:docMk/>
          <pc:sldMk cId="2655151084" sldId="297"/>
        </pc:sldMkLst>
        <pc:spChg chg="mod">
          <ac:chgData name="Amul Parutagale" userId="a538166a-4ad7-4158-a4e1-d017d415d202" providerId="ADAL" clId="{9BFC739B-D59C-4B8D-8496-DDA68EFEED89}" dt="2026-04-06T10:23:50.682" v="456" actId="20577"/>
          <ac:spMkLst>
            <pc:docMk/>
            <pc:sldMk cId="2655151084" sldId="297"/>
            <ac:spMk id="6" creationId="{278DF9E0-6539-B14A-EB3C-8B78E3921A9A}"/>
          </ac:spMkLst>
        </pc:spChg>
      </pc:sldChg>
      <pc:sldChg chg="modSp mod">
        <pc:chgData name="Amul Parutagale" userId="a538166a-4ad7-4158-a4e1-d017d415d202" providerId="ADAL" clId="{9BFC739B-D59C-4B8D-8496-DDA68EFEED89}" dt="2026-04-06T10:29:22.146" v="471"/>
        <pc:sldMkLst>
          <pc:docMk/>
          <pc:sldMk cId="952474524" sldId="298"/>
        </pc:sldMkLst>
        <pc:spChg chg="mod">
          <ac:chgData name="Amul Parutagale" userId="a538166a-4ad7-4158-a4e1-d017d415d202" providerId="ADAL" clId="{9BFC739B-D59C-4B8D-8496-DDA68EFEED89}" dt="2026-04-06T10:29:22.146" v="471"/>
          <ac:spMkLst>
            <pc:docMk/>
            <pc:sldMk cId="952474524" sldId="298"/>
            <ac:spMk id="6" creationId="{54596143-DF29-8260-0111-0B95AF181B92}"/>
          </ac:spMkLst>
        </pc:spChg>
      </pc:sldChg>
      <pc:sldChg chg="addSp delSp modSp mod">
        <pc:chgData name="Amul Parutagale" userId="a538166a-4ad7-4158-a4e1-d017d415d202" providerId="ADAL" clId="{9BFC739B-D59C-4B8D-8496-DDA68EFEED89}" dt="2026-04-06T10:31:28.217" v="475" actId="14100"/>
        <pc:sldMkLst>
          <pc:docMk/>
          <pc:sldMk cId="1732497525" sldId="301"/>
        </pc:sldMkLst>
        <pc:spChg chg="add mod">
          <ac:chgData name="Amul Parutagale" userId="a538166a-4ad7-4158-a4e1-d017d415d202" providerId="ADAL" clId="{9BFC739B-D59C-4B8D-8496-DDA68EFEED89}" dt="2026-04-06T10:29:31.828" v="472" actId="478"/>
          <ac:spMkLst>
            <pc:docMk/>
            <pc:sldMk cId="1732497525" sldId="301"/>
            <ac:spMk id="5" creationId="{F7C53B16-78FB-F7C3-9D30-8D8769C4ED95}"/>
          </ac:spMkLst>
        </pc:spChg>
        <pc:picChg chg="del">
          <ac:chgData name="Amul Parutagale" userId="a538166a-4ad7-4158-a4e1-d017d415d202" providerId="ADAL" clId="{9BFC739B-D59C-4B8D-8496-DDA68EFEED89}" dt="2026-04-06T10:29:31.828" v="472" actId="478"/>
          <ac:picMkLst>
            <pc:docMk/>
            <pc:sldMk cId="1732497525" sldId="301"/>
            <ac:picMk id="6" creationId="{DF8D44AF-A5B5-90A4-8611-E97FD38B312C}"/>
          </ac:picMkLst>
        </pc:picChg>
        <pc:picChg chg="add mod">
          <ac:chgData name="Amul Parutagale" userId="a538166a-4ad7-4158-a4e1-d017d415d202" providerId="ADAL" clId="{9BFC739B-D59C-4B8D-8496-DDA68EFEED89}" dt="2026-04-06T10:31:28.217" v="475" actId="14100"/>
          <ac:picMkLst>
            <pc:docMk/>
            <pc:sldMk cId="1732497525" sldId="301"/>
            <ac:picMk id="8" creationId="{117D7672-311C-09A2-DAB8-85A04050F2E1}"/>
          </ac:picMkLst>
        </pc:picChg>
      </pc:sldChg>
      <pc:sldChg chg="modSp mod">
        <pc:chgData name="Amul Parutagale" userId="a538166a-4ad7-4158-a4e1-d017d415d202" providerId="ADAL" clId="{9BFC739B-D59C-4B8D-8496-DDA68EFEED89}" dt="2026-04-06T10:40:58.839" v="859"/>
        <pc:sldMkLst>
          <pc:docMk/>
          <pc:sldMk cId="3019148564" sldId="302"/>
        </pc:sldMkLst>
        <pc:spChg chg="mod">
          <ac:chgData name="Amul Parutagale" userId="a538166a-4ad7-4158-a4e1-d017d415d202" providerId="ADAL" clId="{9BFC739B-D59C-4B8D-8496-DDA68EFEED89}" dt="2026-04-06T10:40:58.839" v="859"/>
          <ac:spMkLst>
            <pc:docMk/>
            <pc:sldMk cId="3019148564" sldId="302"/>
            <ac:spMk id="6" creationId="{4BFEF1AD-32B0-8E44-192F-1B262D10246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Placeholder 21"/>
          <p:cNvSpPr>
            <a:spLocks noGrp="1"/>
          </p:cNvSpPr>
          <p:nvPr>
            <p:ph type="title"/>
          </p:nvPr>
        </p:nvSpPr>
        <p:spPr>
          <a:xfrm>
            <a:off x="1357098" y="3505200"/>
            <a:ext cx="6438901" cy="7620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ctr">
              <a:defRPr sz="2000">
                <a:latin typeface="Arial"/>
                <a:cs typeface="Arial"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768022" y="4185903"/>
            <a:ext cx="3664330" cy="52038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Month DD, YYYY</a:t>
            </a:r>
          </a:p>
        </p:txBody>
      </p:sp>
      <p:pic>
        <p:nvPicPr>
          <p:cNvPr id="3" name="Picture 2" descr="V2Solutions_Logo_Stacked_2014_09_12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8675" y="1230790"/>
            <a:ext cx="3653677" cy="227400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81322" y="4881036"/>
            <a:ext cx="3657568" cy="729125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2781322" y="6258560"/>
            <a:ext cx="36575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94342"/>
                </a:solidFill>
              </a:rPr>
              <a:t>2340</a:t>
            </a:r>
            <a:r>
              <a:rPr lang="en-US" sz="1000" baseline="0" dirty="0">
                <a:solidFill>
                  <a:srgbClr val="494342"/>
                </a:solidFill>
              </a:rPr>
              <a:t> D. Walsh Ave, Santa Clara, CA. 95051 </a:t>
            </a:r>
            <a:endParaRPr lang="en-US" sz="1000" dirty="0">
              <a:solidFill>
                <a:srgbClr val="494342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7"/>
          <p:cNvSpPr>
            <a:spLocks noGrp="1"/>
          </p:cNvSpPr>
          <p:nvPr>
            <p:ph sz="quarter" idx="1"/>
          </p:nvPr>
        </p:nvSpPr>
        <p:spPr>
          <a:xfrm>
            <a:off x="625349" y="1206502"/>
            <a:ext cx="7890763" cy="4729477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 typeface="Arial"/>
              <a:buNone/>
              <a:defRPr sz="2400"/>
            </a:lvl1pPr>
            <a:lvl2pPr marL="365760" indent="0">
              <a:buSzPct val="60000"/>
              <a:buFont typeface="Arial"/>
              <a:buNone/>
              <a:defRPr sz="2000"/>
            </a:lvl2pPr>
            <a:lvl3pPr marL="685800" indent="0">
              <a:buClr>
                <a:schemeClr val="tx2"/>
              </a:buClr>
              <a:buSzPct val="125000"/>
              <a:buFont typeface="Arial"/>
              <a:buNone/>
              <a:defRPr sz="1800"/>
            </a:lvl3pPr>
            <a:lvl4pPr marL="1143000" indent="0">
              <a:buClr>
                <a:schemeClr val="accent1"/>
              </a:buClr>
              <a:buSzPct val="90000"/>
              <a:buFont typeface="Arial"/>
              <a:buNone/>
              <a:defRPr sz="1600"/>
            </a:lvl4pPr>
            <a:lvl5pPr marL="1600200" indent="0">
              <a:buClr>
                <a:schemeClr val="accent2"/>
              </a:buClr>
              <a:buSzPct val="90000"/>
              <a:buFont typeface="Arial"/>
              <a:buNone/>
              <a:defRPr sz="1400"/>
            </a:lvl5pPr>
            <a:lvl6pPr marL="1874520" indent="0">
              <a:buFont typeface="Arial"/>
              <a:buNone/>
              <a:defRPr sz="1200" b="0" i="0">
                <a:latin typeface="Gill Sans Light"/>
                <a:cs typeface="Gill Sans Light"/>
              </a:defRPr>
            </a:lvl6pPr>
            <a:lvl7pPr marL="2148840" indent="0">
              <a:buFont typeface="Arial"/>
              <a:buNone/>
              <a:defRPr sz="1200" b="0" i="0">
                <a:latin typeface="Gill Sans Light"/>
                <a:cs typeface="Gill Sans Light"/>
              </a:defRPr>
            </a:lvl7pPr>
            <a:lvl8pPr marL="2423160" indent="0">
              <a:buFont typeface="Arial"/>
              <a:buNone/>
              <a:defRPr sz="1200" b="0" i="0">
                <a:latin typeface="Gill Sans Light"/>
                <a:cs typeface="Gill Sans Light"/>
              </a:defRPr>
            </a:lvl8pPr>
            <a:lvl9pPr marL="2697480" indent="0">
              <a:buFont typeface="Arial"/>
              <a:buNone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995710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no Bold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7"/>
          <p:cNvSpPr>
            <a:spLocks noGrp="1"/>
          </p:cNvSpPr>
          <p:nvPr>
            <p:ph sz="quarter" idx="1"/>
          </p:nvPr>
        </p:nvSpPr>
        <p:spPr>
          <a:xfrm>
            <a:off x="625349" y="1206502"/>
            <a:ext cx="7890763" cy="4729477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bg2"/>
              </a:buClr>
              <a:buSzPct val="70000"/>
              <a:buFont typeface="Wingdings" charset="2"/>
              <a:buNone/>
              <a:defRPr sz="2200" b="0" i="0">
                <a:latin typeface="Gill Sans Light"/>
                <a:cs typeface="Gill Sans Light"/>
              </a:defRPr>
            </a:lvl1pPr>
            <a:lvl2pPr marL="365760" indent="0">
              <a:buSzPct val="60000"/>
              <a:buFont typeface="Wingdings" charset="2"/>
              <a:buNone/>
              <a:defRPr sz="2000"/>
            </a:lvl2pPr>
            <a:lvl3pPr marL="685800" indent="0">
              <a:buClr>
                <a:schemeClr val="tx2"/>
              </a:buClr>
              <a:buSzPct val="125000"/>
              <a:buFont typeface="Arial"/>
              <a:buNone/>
              <a:defRPr sz="1800"/>
            </a:lvl3pPr>
            <a:lvl4pPr marL="1143000" indent="0">
              <a:buClr>
                <a:schemeClr val="accent1"/>
              </a:buClr>
              <a:buSzPct val="90000"/>
              <a:buFont typeface="Courier New"/>
              <a:buNone/>
              <a:defRPr sz="1600"/>
            </a:lvl4pPr>
            <a:lvl5pPr marL="1600200" indent="0">
              <a:buClr>
                <a:schemeClr val="accent2"/>
              </a:buClr>
              <a:buSzPct val="90000"/>
              <a:buFont typeface="Courier New"/>
              <a:buNone/>
              <a:defRPr sz="1400"/>
            </a:lvl5pPr>
            <a:lvl6pPr marL="1874520" indent="0">
              <a:buFont typeface="Arial"/>
              <a:buNone/>
              <a:defRPr sz="1200" b="0" i="0">
                <a:latin typeface="Gill Sans Light"/>
                <a:cs typeface="Gill Sans Light"/>
              </a:defRPr>
            </a:lvl6pPr>
            <a:lvl7pPr marL="2148840" indent="0">
              <a:buFont typeface="Arial"/>
              <a:buNone/>
              <a:defRPr sz="1200" b="0" i="0">
                <a:latin typeface="Gill Sans Light"/>
                <a:cs typeface="Gill Sans Light"/>
              </a:defRPr>
            </a:lvl7pPr>
            <a:lvl8pPr marL="2423160" indent="0">
              <a:buFont typeface="Arial"/>
              <a:buNone/>
              <a:defRPr sz="1200" b="0" i="0">
                <a:latin typeface="Gill Sans Light"/>
                <a:cs typeface="Gill Sans Light"/>
              </a:defRPr>
            </a:lvl8pPr>
            <a:lvl9pPr marL="2697480" indent="0">
              <a:buFont typeface="Arial"/>
              <a:buNone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117858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21"/>
          <p:cNvSpPr>
            <a:spLocks noGrp="1"/>
          </p:cNvSpPr>
          <p:nvPr>
            <p:ph type="title"/>
          </p:nvPr>
        </p:nvSpPr>
        <p:spPr>
          <a:xfrm>
            <a:off x="609600" y="139700"/>
            <a:ext cx="6438901" cy="709084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7"/>
          <p:cNvSpPr>
            <a:spLocks noGrp="1"/>
          </p:cNvSpPr>
          <p:nvPr>
            <p:ph sz="quarter" idx="1"/>
          </p:nvPr>
        </p:nvSpPr>
        <p:spPr>
          <a:xfrm>
            <a:off x="625349" y="1206502"/>
            <a:ext cx="7890763" cy="4729477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bg2"/>
              </a:buClr>
              <a:buSzPct val="70000"/>
              <a:buFont typeface="Wingdings" charset="2"/>
              <a:buChar char=""/>
              <a:defRPr sz="2400"/>
            </a:lvl1pPr>
            <a:lvl2pPr marL="640080" indent="-274320">
              <a:buClr>
                <a:schemeClr val="tx2"/>
              </a:buClr>
              <a:buSzPct val="65000"/>
              <a:buFont typeface="Wingdings" charset="2"/>
              <a:buChar char=""/>
              <a:defRPr sz="2000"/>
            </a:lvl2pPr>
            <a:lvl3pPr marL="914400" indent="-228600">
              <a:buClr>
                <a:schemeClr val="accent2"/>
              </a:buClr>
              <a:buSzPct val="90000"/>
              <a:buFont typeface="Courier New"/>
              <a:buChar char="o"/>
              <a:defRPr sz="1800"/>
            </a:lvl3pPr>
            <a:lvl4pPr marL="1371600" indent="-228600">
              <a:buClr>
                <a:schemeClr val="accent1"/>
              </a:buClr>
              <a:buSzPct val="90000"/>
              <a:buFont typeface="Courier New"/>
              <a:buChar char="o"/>
              <a:defRPr sz="1600"/>
            </a:lvl4pPr>
            <a:lvl5pPr marL="1828800" indent="-228600">
              <a:buClr>
                <a:schemeClr val="accent6"/>
              </a:buClr>
              <a:buSzPct val="90000"/>
              <a:buFont typeface="Courier New"/>
              <a:buChar char="o"/>
              <a:defRPr sz="1400"/>
            </a:lvl5pPr>
            <a:lvl6pPr marL="2045970" indent="-171450">
              <a:buClr>
                <a:schemeClr val="accent3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6pPr>
            <a:lvl7pPr marL="2377440" indent="-228600">
              <a:buClr>
                <a:schemeClr val="accent4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7pPr>
            <a:lvl8pPr marL="2651760" indent="-228600">
              <a:buClr>
                <a:schemeClr val="accent5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8pPr>
            <a:lvl9pPr marL="2926080" indent="-228600">
              <a:buClr>
                <a:schemeClr val="bg2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92"/>
          <p:cNvSpPr/>
          <p:nvPr/>
        </p:nvSpPr>
        <p:spPr>
          <a:xfrm>
            <a:off x="-2248" y="2545976"/>
            <a:ext cx="7513594" cy="1"/>
          </a:xfrm>
          <a:prstGeom prst="line">
            <a:avLst/>
          </a:prstGeom>
          <a:ln w="889000">
            <a:solidFill>
              <a:srgbClr val="D87C43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14" name="Shape 93"/>
          <p:cNvSpPr/>
          <p:nvPr/>
        </p:nvSpPr>
        <p:spPr>
          <a:xfrm>
            <a:off x="7650936" y="2545976"/>
            <a:ext cx="1509104" cy="1"/>
          </a:xfrm>
          <a:prstGeom prst="line">
            <a:avLst/>
          </a:prstGeom>
          <a:ln w="889000">
            <a:solidFill>
              <a:srgbClr val="2D81AF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10" name="Shape 92"/>
          <p:cNvSpPr/>
          <p:nvPr/>
        </p:nvSpPr>
        <p:spPr>
          <a:xfrm>
            <a:off x="-2248" y="2545976"/>
            <a:ext cx="7513594" cy="1"/>
          </a:xfrm>
          <a:prstGeom prst="line">
            <a:avLst/>
          </a:prstGeom>
          <a:ln w="889000">
            <a:solidFill>
              <a:srgbClr val="D87C43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11" name="Shape 93"/>
          <p:cNvSpPr/>
          <p:nvPr/>
        </p:nvSpPr>
        <p:spPr>
          <a:xfrm>
            <a:off x="7650936" y="2545976"/>
            <a:ext cx="1509104" cy="1"/>
          </a:xfrm>
          <a:prstGeom prst="line">
            <a:avLst/>
          </a:prstGeom>
          <a:ln w="889000">
            <a:solidFill>
              <a:srgbClr val="2D81AF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>
          <a:xfrm>
            <a:off x="1382220" y="2006663"/>
            <a:ext cx="1136984" cy="1136985"/>
            <a:chOff x="1687021" y="2717864"/>
            <a:chExt cx="981540" cy="981541"/>
          </a:xfrm>
        </p:grpSpPr>
        <p:sp>
          <p:nvSpPr>
            <p:cNvPr id="15" name="Shape 95"/>
            <p:cNvSpPr/>
            <p:nvPr userDrawn="1"/>
          </p:nvSpPr>
          <p:spPr>
            <a:xfrm>
              <a:off x="1687021" y="2717864"/>
              <a:ext cx="981540" cy="9815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  <p:grpSp>
          <p:nvGrpSpPr>
            <p:cNvPr id="16" name="Group 101"/>
            <p:cNvGrpSpPr>
              <a:grpSpLocks noChangeAspect="1"/>
            </p:cNvGrpSpPr>
            <p:nvPr userDrawn="1"/>
          </p:nvGrpSpPr>
          <p:grpSpPr>
            <a:xfrm>
              <a:off x="1728067" y="2758909"/>
              <a:ext cx="899447" cy="899448"/>
              <a:chOff x="0" y="0"/>
              <a:chExt cx="1280160" cy="1280160"/>
            </a:xfrm>
          </p:grpSpPr>
          <p:sp>
            <p:nvSpPr>
              <p:cNvPr id="17" name="Shape 96"/>
              <p:cNvSpPr/>
              <p:nvPr/>
            </p:nvSpPr>
            <p:spPr>
              <a:xfrm rot="16200000">
                <a:off x="-1" y="0"/>
                <a:ext cx="1280162" cy="12801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76B1C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grpSp>
            <p:nvGrpSpPr>
              <p:cNvPr id="18" name="Group 100"/>
              <p:cNvGrpSpPr/>
              <p:nvPr/>
            </p:nvGrpSpPr>
            <p:grpSpPr>
              <a:xfrm>
                <a:off x="464661" y="363060"/>
                <a:ext cx="350838" cy="583344"/>
                <a:chOff x="0" y="0"/>
                <a:chExt cx="350837" cy="583342"/>
              </a:xfrm>
            </p:grpSpPr>
            <p:sp>
              <p:nvSpPr>
                <p:cNvPr id="19" name="Shape 97"/>
                <p:cNvSpPr/>
                <p:nvPr/>
              </p:nvSpPr>
              <p:spPr>
                <a:xfrm>
                  <a:off x="-1" y="-1"/>
                  <a:ext cx="350839" cy="58334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414"/>
                      </a:moveTo>
                      <a:lnTo>
                        <a:pt x="0" y="0"/>
                      </a:lnTo>
                      <a:lnTo>
                        <a:pt x="21600" y="0"/>
                      </a:lnTo>
                      <a:lnTo>
                        <a:pt x="21600" y="21600"/>
                      </a:lnTo>
                    </a:path>
                  </a:pathLst>
                </a:custGeom>
                <a:noFill/>
                <a:ln w="19050" cap="flat">
                  <a:solidFill>
                    <a:srgbClr val="FFFFFF"/>
                  </a:solidFill>
                  <a:prstDash val="solid"/>
                  <a:bevel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/>
                  <a:endParaRPr/>
                </a:p>
              </p:txBody>
            </p:sp>
            <p:sp>
              <p:nvSpPr>
                <p:cNvPr id="20" name="Shape 98"/>
                <p:cNvSpPr/>
                <p:nvPr/>
              </p:nvSpPr>
              <p:spPr>
                <a:xfrm>
                  <a:off x="59795" y="44957"/>
                  <a:ext cx="243057" cy="52379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426" y="0"/>
                      </a:moveTo>
                      <a:lnTo>
                        <a:pt x="0" y="0"/>
                      </a:lnTo>
                      <a:lnTo>
                        <a:pt x="0" y="18544"/>
                      </a:lnTo>
                      <a:lnTo>
                        <a:pt x="21600" y="21600"/>
                      </a:lnTo>
                      <a:lnTo>
                        <a:pt x="21426" y="0"/>
                      </a:lnTo>
                      <a:close/>
                    </a:path>
                  </a:pathLst>
                </a:custGeom>
                <a:noFill/>
                <a:ln w="19050" cap="flat">
                  <a:solidFill>
                    <a:srgbClr val="FFFFFF"/>
                  </a:solidFill>
                  <a:prstDash val="solid"/>
                  <a:bevel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/>
                  <a:endParaRPr/>
                </a:p>
              </p:txBody>
            </p:sp>
            <p:sp>
              <p:nvSpPr>
                <p:cNvPr id="21" name="Shape 99"/>
                <p:cNvSpPr/>
                <p:nvPr/>
              </p:nvSpPr>
              <p:spPr>
                <a:xfrm>
                  <a:off x="95442" y="249214"/>
                  <a:ext cx="30481" cy="3048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noFill/>
                <a:ln w="19050" cap="flat">
                  <a:solidFill>
                    <a:srgbClr val="FFFFFF"/>
                  </a:solidFill>
                  <a:prstDash val="solid"/>
                  <a:bevel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</p:grpSp>
      </p:grp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2734705" y="2204135"/>
            <a:ext cx="4776641" cy="709084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se Study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92"/>
          <p:cNvSpPr/>
          <p:nvPr/>
        </p:nvSpPr>
        <p:spPr>
          <a:xfrm>
            <a:off x="-2248" y="2545976"/>
            <a:ext cx="7513594" cy="1"/>
          </a:xfrm>
          <a:prstGeom prst="line">
            <a:avLst/>
          </a:prstGeom>
          <a:ln w="889000">
            <a:solidFill>
              <a:schemeClr val="tx2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7" name="Shape 93"/>
          <p:cNvSpPr/>
          <p:nvPr/>
        </p:nvSpPr>
        <p:spPr>
          <a:xfrm>
            <a:off x="7650936" y="2545976"/>
            <a:ext cx="1509104" cy="1"/>
          </a:xfrm>
          <a:prstGeom prst="line">
            <a:avLst/>
          </a:prstGeom>
          <a:ln w="889000">
            <a:solidFill>
              <a:schemeClr val="bg2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10" name="Shape 92"/>
          <p:cNvSpPr/>
          <p:nvPr/>
        </p:nvSpPr>
        <p:spPr>
          <a:xfrm>
            <a:off x="-2248" y="2545976"/>
            <a:ext cx="7513594" cy="1"/>
          </a:xfrm>
          <a:prstGeom prst="line">
            <a:avLst/>
          </a:prstGeom>
          <a:ln w="889000">
            <a:solidFill>
              <a:schemeClr val="tx2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11" name="Shape 93"/>
          <p:cNvSpPr/>
          <p:nvPr/>
        </p:nvSpPr>
        <p:spPr>
          <a:xfrm>
            <a:off x="7650936" y="2545976"/>
            <a:ext cx="1509104" cy="1"/>
          </a:xfrm>
          <a:prstGeom prst="line">
            <a:avLst/>
          </a:prstGeom>
          <a:ln w="889000">
            <a:solidFill>
              <a:schemeClr val="bg2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2734705" y="2204135"/>
            <a:ext cx="4776641" cy="709084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pic>
        <p:nvPicPr>
          <p:cNvPr id="13" name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093" y="1999877"/>
            <a:ext cx="1143000" cy="1143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093" y="1999877"/>
            <a:ext cx="1143000" cy="11430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635242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7"/>
          <p:cNvSpPr>
            <a:spLocks noGrp="1"/>
          </p:cNvSpPr>
          <p:nvPr>
            <p:ph sz="quarter" idx="1"/>
          </p:nvPr>
        </p:nvSpPr>
        <p:spPr>
          <a:xfrm>
            <a:off x="625349" y="1206502"/>
            <a:ext cx="3824731" cy="4729477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bg2"/>
              </a:buClr>
              <a:buSzPct val="70000"/>
              <a:buFont typeface="Wingdings" charset="2"/>
              <a:buChar char=""/>
              <a:defRPr sz="2000"/>
            </a:lvl1pPr>
            <a:lvl2pPr marL="640080" indent="-274320">
              <a:buClr>
                <a:schemeClr val="tx2"/>
              </a:buClr>
              <a:buSzPct val="65000"/>
              <a:buFont typeface="Wingdings" charset="2"/>
              <a:buChar char=""/>
              <a:defRPr sz="2000"/>
            </a:lvl2pPr>
            <a:lvl3pPr marL="914400" indent="-228600">
              <a:buClr>
                <a:schemeClr val="accent2"/>
              </a:buClr>
              <a:buSzPct val="90000"/>
              <a:buFont typeface="Courier New"/>
              <a:buChar char="o"/>
              <a:defRPr sz="1800"/>
            </a:lvl3pPr>
            <a:lvl4pPr marL="1371600" indent="-228600">
              <a:buClr>
                <a:schemeClr val="accent1"/>
              </a:buClr>
              <a:buSzPct val="90000"/>
              <a:buFont typeface="Courier New"/>
              <a:buChar char="o"/>
              <a:defRPr sz="1600"/>
            </a:lvl4pPr>
            <a:lvl5pPr marL="1828800" indent="-228600">
              <a:buClr>
                <a:schemeClr val="accent6"/>
              </a:buClr>
              <a:buSzPct val="90000"/>
              <a:buFont typeface="Courier New"/>
              <a:buChar char="o"/>
              <a:defRPr sz="1400"/>
            </a:lvl5pPr>
            <a:lvl6pPr marL="2045970" indent="-171450">
              <a:buClr>
                <a:schemeClr val="accent3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6pPr>
            <a:lvl7pPr marL="2377440" indent="-228600">
              <a:buClr>
                <a:schemeClr val="accent4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7pPr>
            <a:lvl8pPr marL="2651760" indent="-228600">
              <a:buClr>
                <a:schemeClr val="accent5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8pPr>
            <a:lvl9pPr marL="2926080" indent="-228600">
              <a:buClr>
                <a:schemeClr val="bg2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  <p:sp>
        <p:nvSpPr>
          <p:cNvPr id="7" name="Content Placeholder 7"/>
          <p:cNvSpPr>
            <a:spLocks noGrp="1"/>
          </p:cNvSpPr>
          <p:nvPr>
            <p:ph sz="quarter" idx="11"/>
          </p:nvPr>
        </p:nvSpPr>
        <p:spPr>
          <a:xfrm>
            <a:off x="4679189" y="1206502"/>
            <a:ext cx="3824731" cy="4729477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bg2"/>
              </a:buClr>
              <a:buSzPct val="70000"/>
              <a:buFont typeface="Wingdings" charset="2"/>
              <a:buChar char=""/>
              <a:defRPr sz="2000"/>
            </a:lvl1pPr>
            <a:lvl2pPr marL="640080" indent="-274320">
              <a:buClr>
                <a:schemeClr val="tx2"/>
              </a:buClr>
              <a:buSzPct val="65000"/>
              <a:buFont typeface="Wingdings" charset="2"/>
              <a:buChar char=""/>
              <a:defRPr sz="2000"/>
            </a:lvl2pPr>
            <a:lvl3pPr marL="914400" indent="-228600">
              <a:buClr>
                <a:schemeClr val="accent2"/>
              </a:buClr>
              <a:buSzPct val="90000"/>
              <a:buFont typeface="Courier New"/>
              <a:buChar char="o"/>
              <a:defRPr sz="1800"/>
            </a:lvl3pPr>
            <a:lvl4pPr marL="1371600" indent="-228600">
              <a:buClr>
                <a:schemeClr val="accent1"/>
              </a:buClr>
              <a:buSzPct val="90000"/>
              <a:buFont typeface="Courier New"/>
              <a:buChar char="o"/>
              <a:defRPr sz="1600"/>
            </a:lvl4pPr>
            <a:lvl5pPr marL="1828800" indent="-228600">
              <a:buClr>
                <a:schemeClr val="accent6"/>
              </a:buClr>
              <a:buSzPct val="90000"/>
              <a:buFont typeface="Courier New"/>
              <a:buChar char="o"/>
              <a:defRPr sz="1400"/>
            </a:lvl5pPr>
            <a:lvl6pPr marL="2045970" indent="-171450">
              <a:buClr>
                <a:schemeClr val="accent3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6pPr>
            <a:lvl7pPr marL="2377440" indent="-228600">
              <a:buClr>
                <a:schemeClr val="accent4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7pPr>
            <a:lvl8pPr marL="2651760" indent="-228600">
              <a:buClr>
                <a:schemeClr val="accent5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8pPr>
            <a:lvl9pPr marL="2926080" indent="-228600">
              <a:buClr>
                <a:schemeClr val="bg2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193800"/>
            <a:ext cx="3886200" cy="640080"/>
          </a:xfrm>
          <a:solidFill>
            <a:schemeClr val="accent1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597400" y="11938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09600" y="139700"/>
            <a:ext cx="6438901" cy="709084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1"/>
          </p:nvPr>
        </p:nvSpPr>
        <p:spPr>
          <a:xfrm>
            <a:off x="625349" y="2032000"/>
            <a:ext cx="3824731" cy="3903979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bg2"/>
              </a:buClr>
              <a:buSzPct val="70000"/>
              <a:buFont typeface="Wingdings" charset="2"/>
              <a:buChar char=""/>
              <a:defRPr sz="2400"/>
            </a:lvl1pPr>
            <a:lvl2pPr marL="640080" indent="-274320">
              <a:buClr>
                <a:schemeClr val="tx2"/>
              </a:buClr>
              <a:buSzPct val="65000"/>
              <a:buFont typeface="Wingdings" charset="2"/>
              <a:buChar char=""/>
              <a:defRPr sz="2000"/>
            </a:lvl2pPr>
            <a:lvl3pPr marL="914400" indent="-228600">
              <a:buClr>
                <a:schemeClr val="accent2"/>
              </a:buClr>
              <a:buSzPct val="90000"/>
              <a:buFont typeface="Courier New"/>
              <a:buChar char="o"/>
              <a:defRPr sz="1800"/>
            </a:lvl3pPr>
            <a:lvl4pPr marL="1371600" indent="-228600">
              <a:buClr>
                <a:schemeClr val="accent1"/>
              </a:buClr>
              <a:buSzPct val="90000"/>
              <a:buFont typeface="Courier New"/>
              <a:buChar char="o"/>
              <a:defRPr sz="1600"/>
            </a:lvl4pPr>
            <a:lvl5pPr marL="1828800" indent="-228600">
              <a:buClr>
                <a:schemeClr val="accent6"/>
              </a:buClr>
              <a:buSzPct val="90000"/>
              <a:buFont typeface="Courier New"/>
              <a:buChar char="o"/>
              <a:defRPr sz="1400"/>
            </a:lvl5pPr>
            <a:lvl6pPr marL="2045970" indent="-171450">
              <a:buClr>
                <a:schemeClr val="accent3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6pPr>
            <a:lvl7pPr marL="2377440" indent="-228600">
              <a:buClr>
                <a:schemeClr val="accent4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7pPr>
            <a:lvl8pPr marL="2651760" indent="-228600">
              <a:buClr>
                <a:schemeClr val="accent5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8pPr>
            <a:lvl9pPr marL="2926080" indent="-228600">
              <a:buClr>
                <a:schemeClr val="bg2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  <p:sp>
        <p:nvSpPr>
          <p:cNvPr id="9" name="Content Placeholder 7"/>
          <p:cNvSpPr>
            <a:spLocks noGrp="1"/>
          </p:cNvSpPr>
          <p:nvPr>
            <p:ph sz="quarter" idx="12"/>
          </p:nvPr>
        </p:nvSpPr>
        <p:spPr>
          <a:xfrm>
            <a:off x="4679189" y="2032000"/>
            <a:ext cx="3824731" cy="3903979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bg2"/>
              </a:buClr>
              <a:buSzPct val="70000"/>
              <a:buFont typeface="Wingdings" charset="2"/>
              <a:buChar char=""/>
              <a:defRPr sz="2400"/>
            </a:lvl1pPr>
            <a:lvl2pPr marL="640080" indent="-274320">
              <a:buClr>
                <a:schemeClr val="tx2"/>
              </a:buClr>
              <a:buSzPct val="65000"/>
              <a:buFont typeface="Wingdings" charset="2"/>
              <a:buChar char=""/>
              <a:defRPr sz="2000"/>
            </a:lvl2pPr>
            <a:lvl3pPr marL="914400" indent="-228600">
              <a:buClr>
                <a:schemeClr val="accent2"/>
              </a:buClr>
              <a:buSzPct val="90000"/>
              <a:buFont typeface="Courier New"/>
              <a:buChar char="o"/>
              <a:defRPr sz="1800"/>
            </a:lvl3pPr>
            <a:lvl4pPr marL="1371600" indent="-228600">
              <a:buClr>
                <a:schemeClr val="accent1"/>
              </a:buClr>
              <a:buSzPct val="90000"/>
              <a:buFont typeface="Courier New"/>
              <a:buChar char="o"/>
              <a:defRPr sz="1600"/>
            </a:lvl4pPr>
            <a:lvl5pPr marL="1828800" indent="-228600">
              <a:buClr>
                <a:schemeClr val="accent6"/>
              </a:buClr>
              <a:buSzPct val="90000"/>
              <a:buFont typeface="Courier New"/>
              <a:buChar char="o"/>
              <a:defRPr sz="1400"/>
            </a:lvl5pPr>
            <a:lvl6pPr marL="2045970" indent="-171450">
              <a:buClr>
                <a:schemeClr val="accent3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6pPr>
            <a:lvl7pPr marL="2377440" indent="-228600">
              <a:buClr>
                <a:schemeClr val="accent4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7pPr>
            <a:lvl8pPr marL="2651760" indent="-228600">
              <a:buClr>
                <a:schemeClr val="accent5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8pPr>
            <a:lvl9pPr marL="2926080" indent="-228600">
              <a:buClr>
                <a:schemeClr val="bg2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193800"/>
            <a:ext cx="3886200" cy="640080"/>
          </a:xfrm>
          <a:solidFill>
            <a:schemeClr val="accent1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597400" y="11938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7"/>
          <p:cNvSpPr>
            <a:spLocks noGrp="1"/>
          </p:cNvSpPr>
          <p:nvPr>
            <p:ph sz="quarter" idx="11"/>
          </p:nvPr>
        </p:nvSpPr>
        <p:spPr>
          <a:xfrm>
            <a:off x="625349" y="2032000"/>
            <a:ext cx="3824731" cy="3903979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bg2"/>
              </a:buClr>
              <a:buSzPct val="70000"/>
              <a:buFont typeface="Wingdings" charset="2"/>
              <a:buChar char=""/>
              <a:defRPr sz="2000"/>
            </a:lvl1pPr>
            <a:lvl2pPr marL="640080" indent="-274320">
              <a:buClr>
                <a:schemeClr val="tx2"/>
              </a:buClr>
              <a:buSzPct val="65000"/>
              <a:buFont typeface="Wingdings" charset="2"/>
              <a:buChar char=""/>
              <a:defRPr sz="2000"/>
            </a:lvl2pPr>
            <a:lvl3pPr marL="914400" indent="-228600">
              <a:buClr>
                <a:schemeClr val="accent2"/>
              </a:buClr>
              <a:buSzPct val="90000"/>
              <a:buFont typeface="Courier New"/>
              <a:buChar char="o"/>
              <a:defRPr sz="1800"/>
            </a:lvl3pPr>
            <a:lvl4pPr marL="1371600" indent="-228600">
              <a:buClr>
                <a:schemeClr val="accent1"/>
              </a:buClr>
              <a:buSzPct val="90000"/>
              <a:buFont typeface="Courier New"/>
              <a:buChar char="o"/>
              <a:defRPr sz="1600"/>
            </a:lvl4pPr>
            <a:lvl5pPr marL="1828800" indent="-228600">
              <a:buClr>
                <a:schemeClr val="accent6"/>
              </a:buClr>
              <a:buSzPct val="90000"/>
              <a:buFont typeface="Courier New"/>
              <a:buChar char="o"/>
              <a:defRPr sz="1400"/>
            </a:lvl5pPr>
            <a:lvl6pPr marL="2045970" indent="-171450">
              <a:buClr>
                <a:schemeClr val="accent3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6pPr>
            <a:lvl7pPr marL="2377440" indent="-228600">
              <a:buClr>
                <a:schemeClr val="accent4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7pPr>
            <a:lvl8pPr marL="2651760" indent="-228600">
              <a:buClr>
                <a:schemeClr val="accent5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8pPr>
            <a:lvl9pPr marL="2926080" indent="-228600">
              <a:buClr>
                <a:schemeClr val="bg2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  <p:sp>
        <p:nvSpPr>
          <p:cNvPr id="10" name="Content Placeholder 7"/>
          <p:cNvSpPr>
            <a:spLocks noGrp="1"/>
          </p:cNvSpPr>
          <p:nvPr>
            <p:ph sz="quarter" idx="12"/>
          </p:nvPr>
        </p:nvSpPr>
        <p:spPr>
          <a:xfrm>
            <a:off x="4679189" y="2032000"/>
            <a:ext cx="3824731" cy="3903979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bg2"/>
              </a:buClr>
              <a:buSzPct val="70000"/>
              <a:buFont typeface="Wingdings" charset="2"/>
              <a:buChar char=""/>
              <a:defRPr sz="2000"/>
            </a:lvl1pPr>
            <a:lvl2pPr marL="640080" indent="-274320">
              <a:buClr>
                <a:schemeClr val="tx2"/>
              </a:buClr>
              <a:buSzPct val="65000"/>
              <a:buFont typeface="Wingdings" charset="2"/>
              <a:buChar char=""/>
              <a:defRPr sz="2000"/>
            </a:lvl2pPr>
            <a:lvl3pPr marL="914400" indent="-228600">
              <a:buClr>
                <a:schemeClr val="accent2"/>
              </a:buClr>
              <a:buSzPct val="90000"/>
              <a:buFont typeface="Courier New"/>
              <a:buChar char="o"/>
              <a:defRPr sz="1800"/>
            </a:lvl3pPr>
            <a:lvl4pPr marL="1371600" indent="-228600">
              <a:buClr>
                <a:schemeClr val="accent1"/>
              </a:buClr>
              <a:buSzPct val="90000"/>
              <a:buFont typeface="Courier New"/>
              <a:buChar char="o"/>
              <a:defRPr sz="1600"/>
            </a:lvl4pPr>
            <a:lvl5pPr marL="1828800" indent="-228600">
              <a:buClr>
                <a:schemeClr val="accent6"/>
              </a:buClr>
              <a:buSzPct val="90000"/>
              <a:buFont typeface="Courier New"/>
              <a:buChar char="o"/>
              <a:defRPr sz="1400"/>
            </a:lvl5pPr>
            <a:lvl6pPr marL="2045970" indent="-171450">
              <a:buClr>
                <a:schemeClr val="accent3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6pPr>
            <a:lvl7pPr marL="2377440" indent="-228600">
              <a:buClr>
                <a:schemeClr val="accent4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7pPr>
            <a:lvl8pPr marL="2651760" indent="-228600">
              <a:buClr>
                <a:schemeClr val="accent5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8pPr>
            <a:lvl9pPr marL="2926080" indent="-228600">
              <a:buClr>
                <a:schemeClr val="bg2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444120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219200"/>
            <a:ext cx="1600200" cy="4736592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139700"/>
            <a:ext cx="6438901" cy="709084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7"/>
          <p:cNvSpPr>
            <a:spLocks noGrp="1"/>
          </p:cNvSpPr>
          <p:nvPr>
            <p:ph sz="quarter" idx="1"/>
          </p:nvPr>
        </p:nvSpPr>
        <p:spPr>
          <a:xfrm>
            <a:off x="2438400" y="1206502"/>
            <a:ext cx="6077712" cy="4729477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bg2"/>
              </a:buClr>
              <a:buSzPct val="70000"/>
              <a:buFont typeface="Wingdings" charset="2"/>
              <a:buChar char=""/>
              <a:defRPr sz="2400"/>
            </a:lvl1pPr>
            <a:lvl2pPr marL="640080" indent="-274320">
              <a:buClr>
                <a:schemeClr val="tx2"/>
              </a:buClr>
              <a:buSzPct val="65000"/>
              <a:buFont typeface="Wingdings" charset="2"/>
              <a:buChar char=""/>
              <a:defRPr sz="2000"/>
            </a:lvl2pPr>
            <a:lvl3pPr marL="914400" indent="-228600">
              <a:buClr>
                <a:schemeClr val="accent2"/>
              </a:buClr>
              <a:buSzPct val="90000"/>
              <a:buFont typeface="Courier New"/>
              <a:buChar char="o"/>
              <a:defRPr sz="1800"/>
            </a:lvl3pPr>
            <a:lvl4pPr marL="1371600" indent="-228600">
              <a:buClr>
                <a:schemeClr val="accent1"/>
              </a:buClr>
              <a:buSzPct val="90000"/>
              <a:buFont typeface="Courier New"/>
              <a:buChar char="o"/>
              <a:defRPr sz="1600"/>
            </a:lvl4pPr>
            <a:lvl5pPr marL="1828800" indent="-228600">
              <a:buClr>
                <a:schemeClr val="accent6"/>
              </a:buClr>
              <a:buSzPct val="90000"/>
              <a:buFont typeface="Courier New"/>
              <a:buChar char="o"/>
              <a:defRPr sz="1400"/>
            </a:lvl5pPr>
            <a:lvl6pPr marL="2045970" indent="-171450">
              <a:buClr>
                <a:schemeClr val="accent3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6pPr>
            <a:lvl7pPr marL="2377440" indent="-228600">
              <a:buClr>
                <a:schemeClr val="accent4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7pPr>
            <a:lvl8pPr marL="2651760" indent="-228600">
              <a:buClr>
                <a:schemeClr val="accent5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8pPr>
            <a:lvl9pPr marL="2926080" indent="-228600">
              <a:buClr>
                <a:schemeClr val="bg2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2641600"/>
            <a:ext cx="9144000" cy="1536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Thank</a:t>
            </a:r>
            <a:r>
              <a:rPr lang="en-US" sz="2800" baseline="0" dirty="0"/>
              <a:t> You</a:t>
            </a:r>
            <a:endParaRPr lang="en-US" sz="2800" dirty="0"/>
          </a:p>
        </p:txBody>
      </p:sp>
      <p:pic>
        <p:nvPicPr>
          <p:cNvPr id="2" name="Picture 1" descr="V2Solutions_Logo_Stacked_No_Tag_2014_09_17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2590" y="584200"/>
            <a:ext cx="3306354" cy="172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2120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7"/>
          <p:cNvSpPr>
            <a:spLocks noGrp="1"/>
          </p:cNvSpPr>
          <p:nvPr>
            <p:ph sz="quarter" idx="1"/>
          </p:nvPr>
        </p:nvSpPr>
        <p:spPr>
          <a:xfrm>
            <a:off x="625349" y="1206502"/>
            <a:ext cx="7890763" cy="4729477"/>
          </a:xfrm>
          <a:prstGeom prst="rect">
            <a:avLst/>
          </a:prstGeom>
        </p:spPr>
        <p:txBody>
          <a:bodyPr vert="vert"/>
          <a:lstStyle>
            <a:lvl1pPr marL="320040" indent="-320040">
              <a:buClr>
                <a:schemeClr val="bg2"/>
              </a:buClr>
              <a:buSzPct val="70000"/>
              <a:buFont typeface="Wingdings" charset="2"/>
              <a:buChar char=""/>
              <a:defRPr sz="2400"/>
            </a:lvl1pPr>
            <a:lvl2pPr marL="640080" indent="-274320">
              <a:buClr>
                <a:schemeClr val="tx2"/>
              </a:buClr>
              <a:buSzPct val="65000"/>
              <a:buFont typeface="Wingdings" charset="2"/>
              <a:buChar char=""/>
              <a:defRPr sz="2000"/>
            </a:lvl2pPr>
            <a:lvl3pPr marL="914400" indent="-228600">
              <a:buClr>
                <a:schemeClr val="accent2"/>
              </a:buClr>
              <a:buSzPct val="90000"/>
              <a:buFont typeface="Courier New"/>
              <a:buChar char="o"/>
              <a:defRPr sz="1800"/>
            </a:lvl3pPr>
            <a:lvl4pPr marL="1371600" indent="-228600">
              <a:buClr>
                <a:schemeClr val="accent1"/>
              </a:buClr>
              <a:buSzPct val="90000"/>
              <a:buFont typeface="Courier New"/>
              <a:buChar char="o"/>
              <a:defRPr sz="1600"/>
            </a:lvl4pPr>
            <a:lvl5pPr marL="1828800" indent="-228600">
              <a:buClr>
                <a:schemeClr val="accent6"/>
              </a:buClr>
              <a:buSzPct val="90000"/>
              <a:buFont typeface="Courier New"/>
              <a:buChar char="o"/>
              <a:defRPr sz="1400"/>
            </a:lvl5pPr>
            <a:lvl6pPr marL="2045970" indent="-171450">
              <a:buClr>
                <a:schemeClr val="accent3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6pPr>
            <a:lvl7pPr marL="2377440" indent="-228600">
              <a:buClr>
                <a:schemeClr val="accent4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7pPr>
            <a:lvl8pPr marL="2651760" indent="-228600">
              <a:buClr>
                <a:schemeClr val="accent5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8pPr>
            <a:lvl9pPr marL="2926080" indent="-228600">
              <a:buClr>
                <a:schemeClr val="bg2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39700"/>
            <a:ext cx="6607646" cy="709084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193800"/>
            <a:ext cx="7886700" cy="47371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  <p:sp>
        <p:nvSpPr>
          <p:cNvPr id="30" name="Shape 34"/>
          <p:cNvSpPr/>
          <p:nvPr/>
        </p:nvSpPr>
        <p:spPr>
          <a:xfrm>
            <a:off x="-1424" y="869723"/>
            <a:ext cx="7218670" cy="1"/>
          </a:xfrm>
          <a:prstGeom prst="line">
            <a:avLst/>
          </a:prstGeom>
          <a:ln w="38100">
            <a:solidFill>
              <a:srgbClr val="D87C43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 dirty="0"/>
          </a:p>
        </p:txBody>
      </p:sp>
      <p:sp>
        <p:nvSpPr>
          <p:cNvPr id="32" name="Shape 37"/>
          <p:cNvSpPr/>
          <p:nvPr/>
        </p:nvSpPr>
        <p:spPr>
          <a:xfrm>
            <a:off x="-17827" y="6249246"/>
            <a:ext cx="6543135" cy="1"/>
          </a:xfrm>
          <a:prstGeom prst="line">
            <a:avLst/>
          </a:prstGeom>
          <a:ln w="12700">
            <a:solidFill>
              <a:srgbClr val="D87C43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6718300" y="869721"/>
            <a:ext cx="2425700" cy="5379525"/>
            <a:chOff x="6426200" y="869721"/>
            <a:chExt cx="2717800" cy="5379525"/>
          </a:xfrm>
        </p:grpSpPr>
        <p:sp>
          <p:nvSpPr>
            <p:cNvPr id="31" name="Shape 36"/>
            <p:cNvSpPr/>
            <p:nvPr userDrawn="1"/>
          </p:nvSpPr>
          <p:spPr>
            <a:xfrm flipV="1">
              <a:off x="7213600" y="869721"/>
              <a:ext cx="1930400" cy="2"/>
            </a:xfrm>
            <a:prstGeom prst="line">
              <a:avLst/>
            </a:prstGeom>
            <a:ln w="38100">
              <a:solidFill>
                <a:srgbClr val="2D81AF"/>
              </a:solidFill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33" name="Shape 38"/>
            <p:cNvSpPr/>
            <p:nvPr/>
          </p:nvSpPr>
          <p:spPr>
            <a:xfrm flipV="1">
              <a:off x="6426200" y="6249244"/>
              <a:ext cx="2717800" cy="2"/>
            </a:xfrm>
            <a:prstGeom prst="line">
              <a:avLst/>
            </a:prstGeom>
            <a:ln w="12700">
              <a:solidFill>
                <a:srgbClr val="2D81AF"/>
              </a:solidFill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</p:grpSp>
      <p:pic>
        <p:nvPicPr>
          <p:cNvPr id="34" name="pasted-image.pdf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44678" y="6497786"/>
            <a:ext cx="1254670" cy="131918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484880" y="636402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rgbClr val="2D81AF"/>
                </a:solidFill>
              </a:defRPr>
            </a:lvl1pPr>
          </a:lstStyle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9" name="Shape 8"/>
          <p:cNvSpPr/>
          <p:nvPr/>
        </p:nvSpPr>
        <p:spPr>
          <a:xfrm>
            <a:off x="612648" y="6415517"/>
            <a:ext cx="735779" cy="256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200">
                <a:solidFill>
                  <a:srgbClr val="3F3D4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1000" dirty="0">
                <a:solidFill>
                  <a:srgbClr val="3F3D40"/>
                </a:solidFill>
              </a:rPr>
              <a:t>INTERNAL</a:t>
            </a:r>
            <a:endParaRPr sz="1000" dirty="0">
              <a:solidFill>
                <a:srgbClr val="3F3D40"/>
              </a:solidFill>
            </a:endParaRPr>
          </a:p>
        </p:txBody>
      </p:sp>
      <p:pic>
        <p:nvPicPr>
          <p:cNvPr id="2" name="Picture 1" descr="V2Solutions_Mark_Only_2014_09_16.png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918" y="287866"/>
            <a:ext cx="413430" cy="4114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22" r:id="rId2"/>
    <p:sldLayoutId id="2147483727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29" r:id="rId9"/>
    <p:sldLayoutId id="2147483717" r:id="rId10"/>
    <p:sldLayoutId id="2147483719" r:id="rId11"/>
    <p:sldLayoutId id="2147483723" r:id="rId12"/>
    <p:sldLayoutId id="2147483720" r:id="rId13"/>
    <p:sldLayoutId id="2147483718" r:id="rId14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2800" b="1" kern="1200">
          <a:solidFill>
            <a:srgbClr val="49434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bg2"/>
        </a:buClr>
        <a:buSzPct val="70000"/>
        <a:buFont typeface="Wingdings" charset="2"/>
        <a:buChar char=""/>
        <a:defRPr kumimoji="0" sz="2900" b="0" i="0" kern="1200">
          <a:solidFill>
            <a:schemeClr val="tx1"/>
          </a:solidFill>
          <a:latin typeface="Arial"/>
          <a:ea typeface="+mn-ea"/>
          <a:cs typeface="Arial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60000"/>
        <a:buFont typeface="Wingdings" charset="2"/>
        <a:buChar char=""/>
        <a:defRPr kumimoji="0" sz="2600" b="0" i="0" kern="1200">
          <a:solidFill>
            <a:schemeClr val="tx1"/>
          </a:solidFill>
          <a:latin typeface="Gill Sans Light"/>
          <a:ea typeface="+mn-ea"/>
          <a:cs typeface="Gill Sans Light"/>
        </a:defRPr>
      </a:lvl2pPr>
      <a:lvl3pPr marL="914400" indent="-228600" algn="l" rtl="0" eaLnBrk="1" latinLnBrk="0" hangingPunct="1">
        <a:spcBef>
          <a:spcPts val="500"/>
        </a:spcBef>
        <a:buClr>
          <a:schemeClr val="tx2"/>
        </a:buClr>
        <a:buSzPct val="125000"/>
        <a:buFont typeface="Arial"/>
        <a:buChar char="•"/>
        <a:defRPr kumimoji="0" sz="2300" b="0" i="0" kern="1200">
          <a:solidFill>
            <a:schemeClr val="tx1"/>
          </a:solidFill>
          <a:latin typeface="Gill Sans Light"/>
          <a:ea typeface="+mn-ea"/>
          <a:cs typeface="Gill Sans Light"/>
        </a:defRPr>
      </a:lvl3pPr>
      <a:lvl4pPr marL="1371600" indent="-228600" algn="l" rtl="0" eaLnBrk="1" latinLnBrk="0" hangingPunct="1">
        <a:spcBef>
          <a:spcPts val="400"/>
        </a:spcBef>
        <a:buClr>
          <a:schemeClr val="tx2"/>
        </a:buClr>
        <a:buSzPct val="120000"/>
        <a:buFont typeface="Arial"/>
        <a:buChar char="•"/>
        <a:defRPr kumimoji="0" sz="2000" b="0" i="0" kern="1200">
          <a:solidFill>
            <a:schemeClr val="tx1"/>
          </a:solidFill>
          <a:latin typeface="Gill Sans Light"/>
          <a:ea typeface="+mn-ea"/>
          <a:cs typeface="Gill Sans Light"/>
        </a:defRPr>
      </a:lvl4pPr>
      <a:lvl5pPr marL="1828800" indent="-228600" algn="l" rtl="0" eaLnBrk="1" latinLnBrk="0" hangingPunct="1">
        <a:spcBef>
          <a:spcPts val="400"/>
        </a:spcBef>
        <a:buClr>
          <a:schemeClr val="tx2"/>
        </a:buClr>
        <a:buSzPct val="115000"/>
        <a:buFont typeface="Arial"/>
        <a:buChar char="•"/>
        <a:defRPr kumimoji="0" sz="2000" b="0" i="0" kern="1200">
          <a:solidFill>
            <a:schemeClr val="tx1"/>
          </a:solidFill>
          <a:latin typeface="Gill Sans Light"/>
          <a:ea typeface="+mn-ea"/>
          <a:cs typeface="Gill Sans Light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 Consumer Website (LCW)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March Report 2026</a:t>
            </a:r>
          </a:p>
        </p:txBody>
      </p:sp>
    </p:spTree>
    <p:extLst>
      <p:ext uri="{BB962C8B-B14F-4D97-AF65-F5344CB8AC3E}">
        <p14:creationId xmlns:p14="http://schemas.microsoft.com/office/powerpoint/2010/main" val="1377582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en-US" dirty="0"/>
              <a:t>Review of last month</a:t>
            </a:r>
            <a:endParaRPr lang="en-IN" dirty="0"/>
          </a:p>
          <a:p>
            <a:pPr lvl="1"/>
            <a:r>
              <a:rPr lang="en-US" dirty="0"/>
              <a:t>List of goals achieved in each sprint</a:t>
            </a:r>
            <a:endParaRPr lang="en-IN" dirty="0"/>
          </a:p>
          <a:p>
            <a:pPr lvl="1"/>
            <a:r>
              <a:rPr lang="en-US" dirty="0"/>
              <a:t>Key takeaways other than goals</a:t>
            </a:r>
            <a:endParaRPr lang="en-IN" dirty="0"/>
          </a:p>
          <a:p>
            <a:pPr lvl="0"/>
            <a:r>
              <a:rPr lang="en-US" dirty="0"/>
              <a:t>Current State</a:t>
            </a:r>
            <a:endParaRPr lang="en-IN" dirty="0"/>
          </a:p>
          <a:p>
            <a:pPr lvl="1"/>
            <a:r>
              <a:rPr lang="en-US" dirty="0"/>
              <a:t>Challenges and Mitigation plans </a:t>
            </a:r>
            <a:endParaRPr lang="en-IN" dirty="0"/>
          </a:p>
          <a:p>
            <a:pPr lvl="0"/>
            <a:r>
              <a:rPr lang="en-US" dirty="0"/>
              <a:t>Road Ahead</a:t>
            </a:r>
            <a:endParaRPr lang="en-IN" dirty="0"/>
          </a:p>
          <a:p>
            <a:pPr lvl="1"/>
            <a:r>
              <a:rPr lang="en-US" dirty="0"/>
              <a:t>Product Roadmap (next month, next quarter, long term)</a:t>
            </a:r>
            <a:endParaRPr lang="en-IN" dirty="0"/>
          </a:p>
          <a:p>
            <a:pPr lvl="1"/>
            <a:r>
              <a:rPr lang="en-US" dirty="0"/>
              <a:t>Resource requirements</a:t>
            </a:r>
            <a:endParaRPr lang="en-IN" dirty="0"/>
          </a:p>
          <a:p>
            <a:pPr lvl="1"/>
            <a:r>
              <a:rPr lang="en-US" dirty="0"/>
              <a:t>Skill upgrades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8667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1"/>
            <a:r>
              <a:rPr lang="en-IN" sz="2800" b="1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Goals Achieved in March</a:t>
            </a:r>
            <a:br>
              <a:rPr lang="en-IN" sz="2800" b="1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endParaRPr lang="en-IN" sz="2800" b="1" dirty="0">
              <a:solidFill>
                <a:schemeClr val="tx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224E65-5838-4B62-BE09-67B4659ACCF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2026: March</a:t>
            </a:r>
            <a:endParaRPr lang="en-US" sz="1800" dirty="0"/>
          </a:p>
          <a:p>
            <a:pPr marL="720090" lvl="1" indent="-400050">
              <a:buFont typeface="+mj-lt"/>
              <a:buAutoNum type="romanUcPeriod"/>
            </a:pPr>
            <a:r>
              <a:rPr lang="en-US" sz="1800" dirty="0"/>
              <a:t>Financial API: </a:t>
            </a:r>
          </a:p>
          <a:p>
            <a:pPr marL="994410" lvl="2" indent="-400050">
              <a:buFont typeface="+mj-lt"/>
              <a:buAutoNum type="romanUcPeriod"/>
            </a:pPr>
            <a:r>
              <a:rPr lang="en-GB" sz="1600" dirty="0"/>
              <a:t>Add Backfill Support to </a:t>
            </a:r>
            <a:r>
              <a:rPr lang="en-GB" sz="1600" dirty="0" err="1"/>
              <a:t>RatesSyncJob</a:t>
            </a:r>
            <a:r>
              <a:rPr lang="en-GB" sz="1600" dirty="0"/>
              <a:t> for Missing Historical Data</a:t>
            </a:r>
            <a:endParaRPr lang="en-US" sz="1600" dirty="0"/>
          </a:p>
          <a:p>
            <a:pPr marL="994410" lvl="2" indent="-400050">
              <a:buFont typeface="+mj-lt"/>
              <a:buAutoNum type="romanUcPeriod"/>
            </a:pPr>
            <a:r>
              <a:rPr lang="en-GB" sz="1600" dirty="0"/>
              <a:t>Add Manual Sync API Endpoints for </a:t>
            </a:r>
            <a:r>
              <a:rPr lang="en-GB" sz="1600" dirty="0" err="1"/>
              <a:t>RealTimeRates</a:t>
            </a:r>
            <a:endParaRPr lang="en-US" sz="1600" dirty="0"/>
          </a:p>
          <a:p>
            <a:pPr marL="994410" lvl="2" indent="-400050">
              <a:buFont typeface="+mj-lt"/>
              <a:buAutoNum type="romanUcPeriod"/>
            </a:pPr>
            <a:r>
              <a:rPr lang="en-GB" sz="1600" dirty="0"/>
              <a:t>Create </a:t>
            </a:r>
            <a:r>
              <a:rPr lang="en-GB" sz="1600" dirty="0" err="1"/>
              <a:t>Hangfire</a:t>
            </a:r>
            <a:r>
              <a:rPr lang="en-GB" sz="1600" dirty="0"/>
              <a:t> job to sync rates from staging to live table</a:t>
            </a:r>
            <a:endParaRPr lang="en-US" sz="1600" dirty="0"/>
          </a:p>
          <a:p>
            <a:pPr marL="994410" lvl="2" indent="-400050">
              <a:buFont typeface="+mj-lt"/>
              <a:buAutoNum type="romanUcPeriod"/>
            </a:pPr>
            <a:r>
              <a:rPr lang="en-GB" sz="1600" dirty="0"/>
              <a:t>Add key and access for "MCP-apps“</a:t>
            </a:r>
          </a:p>
          <a:p>
            <a:pPr marL="994410" lvl="2" indent="-400050">
              <a:buFont typeface="+mj-lt"/>
              <a:buAutoNum type="romanUcPeriod"/>
            </a:pPr>
            <a:endParaRPr lang="en-US" sz="1600" dirty="0"/>
          </a:p>
          <a:p>
            <a:pPr marL="720090" lvl="1" indent="-400050">
              <a:buFont typeface="+mj-lt"/>
              <a:buAutoNum type="romanUcPeriod"/>
            </a:pPr>
            <a:r>
              <a:rPr lang="en-US" sz="1800" dirty="0"/>
              <a:t>Loan Office Web: Maintenance work.</a:t>
            </a:r>
          </a:p>
          <a:p>
            <a:pPr marL="994410" lvl="2" indent="-400050">
              <a:buFont typeface="+mj-lt"/>
              <a:buAutoNum type="romanUcPeriod"/>
            </a:pPr>
            <a:r>
              <a:rPr lang="en-GB" sz="1600" dirty="0"/>
              <a:t>Make 404's from GET </a:t>
            </a:r>
            <a:r>
              <a:rPr lang="en-GB" sz="1600" dirty="0" err="1"/>
              <a:t>loanofficerbyauthid</a:t>
            </a:r>
            <a:r>
              <a:rPr lang="en-GB" sz="1600" dirty="0"/>
              <a:t> a information log instead of an error</a:t>
            </a:r>
            <a:endParaRPr lang="en-US" sz="1600" dirty="0"/>
          </a:p>
          <a:p>
            <a:pPr marL="994410" lvl="2" indent="-400050">
              <a:buFont typeface="+mj-lt"/>
              <a:buAutoNum type="romanUcPeriod"/>
            </a:pPr>
            <a:r>
              <a:rPr lang="en-US" sz="1600" dirty="0"/>
              <a:t> Investigate logged errors in Sumo Logic</a:t>
            </a:r>
          </a:p>
          <a:p>
            <a:pPr marL="594360" lvl="2" indent="0">
              <a:buNone/>
            </a:pPr>
            <a:endParaRPr lang="en-US" sz="1800" dirty="0"/>
          </a:p>
          <a:p>
            <a:pPr marL="720090" lvl="1" indent="-400050">
              <a:buFont typeface="+mj-lt"/>
              <a:buAutoNum type="romanUcPeriod"/>
            </a:pPr>
            <a:endParaRPr lang="en-US" sz="1800" dirty="0"/>
          </a:p>
          <a:p>
            <a:pPr marL="720090" lvl="1" indent="-400050">
              <a:buFont typeface="+mj-lt"/>
              <a:buAutoNum type="romanUcPeriod"/>
            </a:pPr>
            <a:endParaRPr lang="en-US" sz="1800" dirty="0"/>
          </a:p>
          <a:p>
            <a:pPr marL="720090" lvl="1" indent="-400050">
              <a:buFont typeface="+mj-lt"/>
              <a:buAutoNum type="romanUcPeriod"/>
            </a:pPr>
            <a:endParaRPr lang="en-US" sz="1800" dirty="0"/>
          </a:p>
          <a:p>
            <a:pPr marL="320040" lvl="1" indent="0">
              <a:buNone/>
            </a:pPr>
            <a:endParaRPr lang="en-US" sz="1800" dirty="0"/>
          </a:p>
          <a:p>
            <a:pPr marL="320040" lvl="1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414337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9473FB92-A257-88EA-7C10-5A34D1113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EF278-E7FB-D5F6-91E0-7FF92F93F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1"/>
            <a:r>
              <a:rPr lang="en-US" sz="2800" b="1" dirty="0">
                <a:solidFill>
                  <a:schemeClr val="tx1">
                    <a:lumMod val="75000"/>
                  </a:schemeClr>
                </a:solidFill>
              </a:rPr>
              <a:t>C</a:t>
            </a:r>
            <a:r>
              <a:rPr lang="en-IN" sz="2800" b="1" dirty="0" err="1">
                <a:solidFill>
                  <a:schemeClr val="tx1">
                    <a:lumMod val="75000"/>
                  </a:schemeClr>
                </a:solidFill>
              </a:rPr>
              <a:t>ontinue</a:t>
            </a:r>
            <a:r>
              <a:rPr lang="en-IN" sz="2800" b="1" dirty="0">
                <a:solidFill>
                  <a:schemeClr val="tx1">
                    <a:lumMod val="75000"/>
                  </a:schemeClr>
                </a:solidFill>
              </a:rPr>
              <a:t>….</a:t>
            </a:r>
            <a:br>
              <a:rPr lang="en-IN" sz="2800" b="1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endParaRPr lang="en-IN" sz="2800" b="1" dirty="0">
              <a:solidFill>
                <a:schemeClr val="tx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7466E3-1A92-2E37-80E6-BBA3C62BB8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8DF9E0-6539-B14A-EB3C-8B78E3921A9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2026: March</a:t>
            </a:r>
            <a:endParaRPr lang="en-US" sz="1800" dirty="0"/>
          </a:p>
          <a:p>
            <a:pPr marL="720090" lvl="1" indent="-400050">
              <a:buFont typeface="+mj-lt"/>
              <a:buAutoNum type="romanUcPeriod"/>
            </a:pPr>
            <a:endParaRPr lang="en-US" sz="1600" dirty="0"/>
          </a:p>
          <a:p>
            <a:pPr marL="720090" lvl="1" indent="-400050">
              <a:buFont typeface="+mj-lt"/>
              <a:buAutoNum type="romanUcPeriod"/>
            </a:pPr>
            <a:r>
              <a:rPr lang="en-US" sz="1800" dirty="0"/>
              <a:t>Carpentry: Component Level Tracking: 100% completed.</a:t>
            </a:r>
            <a:endParaRPr lang="en-IN" sz="1800" dirty="0"/>
          </a:p>
          <a:p>
            <a:pPr marL="720090" lvl="1" indent="-400050">
              <a:buFont typeface="+mj-lt"/>
              <a:buAutoNum type="romanUcPeriod"/>
            </a:pPr>
            <a:r>
              <a:rPr lang="en-US" sz="1800" dirty="0"/>
              <a:t>Carpentry: Maintenance ticket</a:t>
            </a:r>
          </a:p>
          <a:p>
            <a:pPr marL="994410" lvl="2" indent="-400050">
              <a:buFont typeface="+mj-lt"/>
              <a:buAutoNum type="romanUcPeriod"/>
            </a:pPr>
            <a:r>
              <a:rPr lang="en-GB" sz="1600" dirty="0"/>
              <a:t>Custom Partner Card Tooltip UX Adjustment </a:t>
            </a:r>
            <a:endParaRPr lang="en-US" sz="1600" dirty="0"/>
          </a:p>
          <a:p>
            <a:pPr marL="994410" lvl="2" indent="-400050">
              <a:buFont typeface="+mj-lt"/>
              <a:buAutoNum type="romanUcPeriod"/>
            </a:pPr>
            <a:r>
              <a:rPr lang="en-GB" sz="1600" dirty="0"/>
              <a:t>Historic to Real Time Rate Data Carpentry Component </a:t>
            </a:r>
            <a:endParaRPr lang="en-US" sz="1600" dirty="0"/>
          </a:p>
          <a:p>
            <a:pPr marL="994410" lvl="2" indent="-400050">
              <a:buFont typeface="+mj-lt"/>
              <a:buAutoNum type="romanUcPeriod"/>
            </a:pPr>
            <a:r>
              <a:rPr lang="en-GB" sz="1600" dirty="0"/>
              <a:t>Update Default Auto </a:t>
            </a:r>
            <a:r>
              <a:rPr lang="en-GB" sz="1600" dirty="0" err="1"/>
              <a:t>Leadbox</a:t>
            </a:r>
            <a:r>
              <a:rPr lang="en-GB" sz="1600" dirty="0"/>
              <a:t> </a:t>
            </a:r>
            <a:r>
              <a:rPr lang="en-GB" sz="1600" dirty="0" err="1"/>
              <a:t>footerText</a:t>
            </a:r>
            <a:endParaRPr lang="en-GB" sz="1600" dirty="0"/>
          </a:p>
          <a:p>
            <a:pPr marL="994410" lvl="2" indent="-400050">
              <a:buFont typeface="+mj-lt"/>
              <a:buAutoNum type="romanUcPeriod"/>
            </a:pPr>
            <a:r>
              <a:rPr lang="en-GB" sz="1600" dirty="0"/>
              <a:t> Build multi-card credit card interest calculator in Carpentry</a:t>
            </a:r>
          </a:p>
          <a:p>
            <a:pPr marL="994410" lvl="2" indent="-400050">
              <a:buFont typeface="+mj-lt"/>
              <a:buAutoNum type="romanUcPeriod"/>
            </a:pPr>
            <a:r>
              <a:rPr lang="en-GB" sz="1600" dirty="0"/>
              <a:t>Add control for payment schedule and loan term range toggle in Loan Payment Calculator</a:t>
            </a:r>
            <a:endParaRPr lang="en-US" sz="1600" dirty="0"/>
          </a:p>
          <a:p>
            <a:pPr marL="720090" lvl="1" indent="-400050">
              <a:buFont typeface="+mj-lt"/>
              <a:buAutoNum type="romanUcPeriod"/>
            </a:pPr>
            <a:r>
              <a:rPr lang="en-GB" sz="1600" dirty="0"/>
              <a:t>GTM | PHX | Implement LinkedIn Insight Tag client-side</a:t>
            </a:r>
            <a:endParaRPr lang="en-US" sz="1600" dirty="0"/>
          </a:p>
          <a:p>
            <a:pPr marL="720090" lvl="1" indent="-400050">
              <a:buFont typeface="+mj-lt"/>
              <a:buAutoNum type="romanUcPeriod"/>
            </a:pPr>
            <a:r>
              <a:rPr lang="fr-FR" sz="1600" dirty="0"/>
              <a:t>GTM | </a:t>
            </a:r>
            <a:r>
              <a:rPr lang="fr-FR" sz="1600" dirty="0" err="1"/>
              <a:t>ValuePenguin</a:t>
            </a:r>
            <a:r>
              <a:rPr lang="fr-FR" sz="1600" dirty="0"/>
              <a:t> Confluence Documentation Update</a:t>
            </a:r>
            <a:endParaRPr lang="en-US" sz="1600" dirty="0"/>
          </a:p>
          <a:p>
            <a:pPr marL="720090" lvl="1" indent="-400050">
              <a:buFont typeface="+mj-lt"/>
              <a:buAutoNum type="romanUcPeriod"/>
            </a:pPr>
            <a:r>
              <a:rPr lang="fr-FR" sz="1800" dirty="0"/>
              <a:t>GTM | CompareCards/CC.LT Confluence Documentation Update</a:t>
            </a:r>
            <a:endParaRPr lang="en-US" sz="1800" dirty="0"/>
          </a:p>
          <a:p>
            <a:pPr marL="720090" lvl="1" indent="-400050">
              <a:buFont typeface="+mj-lt"/>
              <a:buAutoNum type="romanUcPeriod"/>
            </a:pPr>
            <a:r>
              <a:rPr lang="en-GB" sz="1800" dirty="0"/>
              <a:t>GTM | Spring Confluence Documentation Update</a:t>
            </a:r>
          </a:p>
          <a:p>
            <a:pPr marL="720090" lvl="1" indent="-400050">
              <a:buFont typeface="+mj-lt"/>
              <a:buAutoNum type="romanUcPeriod"/>
            </a:pPr>
            <a:r>
              <a:rPr lang="fr-FR" sz="1800" dirty="0"/>
              <a:t>GTM | </a:t>
            </a:r>
            <a:r>
              <a:rPr lang="fr-FR" sz="1800" dirty="0" err="1"/>
              <a:t>Offers</a:t>
            </a:r>
            <a:r>
              <a:rPr lang="fr-FR" sz="1800" dirty="0"/>
              <a:t> Confluence Documentation Update</a:t>
            </a:r>
            <a:endParaRPr lang="en-US" sz="1800" dirty="0"/>
          </a:p>
          <a:p>
            <a:pPr marL="720090" lvl="1" indent="-400050">
              <a:buFont typeface="+mj-lt"/>
              <a:buAutoNum type="romanUcPeriod"/>
            </a:pPr>
            <a:endParaRPr lang="en-US" sz="1800" dirty="0"/>
          </a:p>
          <a:p>
            <a:pPr marL="720090" lvl="1" indent="-400050">
              <a:buFont typeface="+mj-lt"/>
              <a:buAutoNum type="romanUcPeriod"/>
            </a:pPr>
            <a:endParaRPr lang="en-US" sz="1800" dirty="0"/>
          </a:p>
          <a:p>
            <a:pPr marL="320040" lvl="1" indent="0">
              <a:buNone/>
            </a:pPr>
            <a:endParaRPr lang="en-US" sz="1800" dirty="0"/>
          </a:p>
          <a:p>
            <a:pPr marL="320040" lvl="1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551510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DEA63868-939E-58D4-903C-9D9A82DDF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99011-5771-7600-E775-9D1837990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1"/>
            <a:r>
              <a:rPr lang="en-US" sz="2800" dirty="0"/>
              <a:t>In Progress Ticket</a:t>
            </a:r>
            <a:br>
              <a:rPr lang="en-IN" sz="2800" b="1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endParaRPr lang="en-IN" sz="2800" b="1" dirty="0">
              <a:solidFill>
                <a:schemeClr val="tx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8328A0-0B39-82C2-3B86-36C9CFF6B7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596143-DF29-8260-0111-0B95AF181B9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Carpentry : </a:t>
            </a:r>
          </a:p>
          <a:p>
            <a:pPr lvl="1"/>
            <a:r>
              <a:rPr lang="en-GB" b="1" dirty="0"/>
              <a:t>Fix semantic HTML in </a:t>
            </a:r>
            <a:r>
              <a:rPr lang="en-GB" b="1" dirty="0" err="1"/>
              <a:t>leadboxes</a:t>
            </a:r>
            <a:r>
              <a:rPr lang="en-GB" b="1" dirty="0"/>
              <a:t>: Replace header element with div when use-headline-font is enabled</a:t>
            </a:r>
            <a:endParaRPr lang="en-US" b="1" dirty="0"/>
          </a:p>
          <a:p>
            <a:pPr lvl="1"/>
            <a:r>
              <a:rPr lang="en-US" b="1" dirty="0"/>
              <a:t>Tracking | Carpentry event updates</a:t>
            </a:r>
          </a:p>
          <a:p>
            <a:pPr lvl="1"/>
            <a:r>
              <a:rPr lang="en-US" b="1" dirty="0"/>
              <a:t>CET - </a:t>
            </a:r>
            <a:r>
              <a:rPr lang="en-US" b="1" dirty="0" err="1"/>
              <a:t>Yantr</a:t>
            </a:r>
            <a:r>
              <a:rPr lang="en-US" b="1" dirty="0"/>
              <a:t> - Mortgage Rate Table Step Improvements</a:t>
            </a:r>
          </a:p>
          <a:p>
            <a:r>
              <a:rPr lang="en-GB" sz="1800" dirty="0"/>
              <a:t>Financial API - Generate Seed data for </a:t>
            </a:r>
            <a:r>
              <a:rPr lang="en-GB" sz="1800" dirty="0" err="1"/>
              <a:t>PLOffers</a:t>
            </a:r>
            <a:r>
              <a:rPr lang="en-GB" sz="1800" dirty="0"/>
              <a:t> - Dev &amp;Stage</a:t>
            </a:r>
            <a:endParaRPr lang="en-US" sz="1800" dirty="0"/>
          </a:p>
          <a:p>
            <a:r>
              <a:rPr lang="en-GB" sz="1800" dirty="0"/>
              <a:t>Financial API: Don't log an error in </a:t>
            </a:r>
            <a:r>
              <a:rPr lang="en-GB" sz="1800" dirty="0" err="1"/>
              <a:t>graphQL</a:t>
            </a:r>
            <a:r>
              <a:rPr lang="en-GB" sz="1800" dirty="0"/>
              <a:t> API when user doesn't supply a required parameter (400 Bad Request)</a:t>
            </a:r>
            <a:endParaRPr lang="en-US" sz="1800" dirty="0"/>
          </a:p>
          <a:p>
            <a:r>
              <a:rPr lang="en-GB" sz="1800" dirty="0"/>
              <a:t>Ratings &amp; Reviews API: Investigate and fix errors syncing some experience.com lenders</a:t>
            </a:r>
          </a:p>
          <a:p>
            <a:r>
              <a:rPr lang="en-GB" sz="1800" dirty="0"/>
              <a:t>Ratings &amp; Reviews: Fix incorrect rating count for Patriot Financial</a:t>
            </a:r>
          </a:p>
          <a:p>
            <a:r>
              <a:rPr lang="en-GB" sz="1800" dirty="0"/>
              <a:t>Review API: Review Count Mismatch</a:t>
            </a:r>
          </a:p>
          <a:p>
            <a:r>
              <a:rPr lang="en-GB" sz="1800" dirty="0"/>
              <a:t>GTM | WWW | Component tracking - homepage</a:t>
            </a:r>
            <a:endParaRPr lang="en-US" sz="1800" dirty="0"/>
          </a:p>
          <a:p>
            <a:pPr lvl="1"/>
            <a:endParaRPr lang="en-US" b="1" dirty="0"/>
          </a:p>
          <a:p>
            <a:pPr lvl="1"/>
            <a:endParaRPr lang="en-US" sz="1400" dirty="0"/>
          </a:p>
          <a:p>
            <a:endParaRPr lang="en-US" sz="1800" dirty="0"/>
          </a:p>
          <a:p>
            <a:endParaRPr lang="en-US" sz="1800" dirty="0"/>
          </a:p>
          <a:p>
            <a:pPr marL="320040" lvl="1" indent="0">
              <a:buNone/>
            </a:pPr>
            <a:endParaRPr lang="en-US" sz="1800" dirty="0"/>
          </a:p>
          <a:p>
            <a:pPr marL="720090" lvl="1" indent="-400050">
              <a:buFont typeface="+mj-lt"/>
              <a:buAutoNum type="romanUcPeriod"/>
            </a:pPr>
            <a:endParaRPr lang="en-US" sz="1800" dirty="0"/>
          </a:p>
          <a:p>
            <a:pPr marL="720090" lvl="1" indent="-400050">
              <a:buFont typeface="+mj-lt"/>
              <a:buAutoNum type="romanUcPeriod"/>
            </a:pPr>
            <a:endParaRPr lang="en-US" sz="1800" dirty="0"/>
          </a:p>
          <a:p>
            <a:pPr marL="720090" lvl="1" indent="-400050">
              <a:buFont typeface="+mj-lt"/>
              <a:buAutoNum type="romanUcPeriod"/>
            </a:pPr>
            <a:endParaRPr lang="en-US" sz="1800" dirty="0"/>
          </a:p>
          <a:p>
            <a:pPr marL="720090" lvl="1" indent="-400050">
              <a:buFont typeface="+mj-lt"/>
              <a:buAutoNum type="romanUcPeriod"/>
            </a:pPr>
            <a:endParaRPr lang="en-US" sz="1800" dirty="0"/>
          </a:p>
          <a:p>
            <a:pPr marL="320040" lvl="1" indent="0">
              <a:buNone/>
            </a:pPr>
            <a:endParaRPr lang="en-US" sz="1800" dirty="0"/>
          </a:p>
          <a:p>
            <a:pPr marL="320040" lvl="1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9524745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IN" sz="2800" dirty="0"/>
              <a:t>Metrics &amp; Project Insights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224E65-5838-4B62-BE09-67B4659ACCF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Reopened Tickets: 0</a:t>
            </a:r>
          </a:p>
          <a:p>
            <a:r>
              <a:rPr lang="en-IN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Carryover Tickets: 0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5795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04741952-0ABE-6590-322E-5B32FBE77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86143-6B73-6A33-BCAC-2E99DC400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sz="2800" dirty="0"/>
              <a:t>Story Points</a:t>
            </a:r>
            <a:endParaRPr lang="en-IN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D2114C-FB0F-CC06-FEC6-7C2FE5A0C4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C53B16-78FB-F7C3-9D30-8D8769C4ED9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7D7672-311C-09A2-DAB8-85A04050F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799" y="1752600"/>
            <a:ext cx="4802293" cy="360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4975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D6F7CE26-D783-0741-AC12-DC20108E7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979F0-0008-54E4-3BF5-839D31061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sz="2800" dirty="0"/>
              <a:t>Key Contributions Beyond Ticket Goals</a:t>
            </a:r>
            <a:endParaRPr lang="en-IN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062105-343F-2CB4-3B03-91FA191AEF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A855D-8DD5-9A52-2924-13BC420C0CF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Helping tester to test all kinds of scenarios for the tickets and other application validation support.</a:t>
            </a:r>
          </a:p>
          <a:p>
            <a:r>
              <a:rPr lang="en-US" dirty="0"/>
              <a:t>Deployment support.</a:t>
            </a:r>
          </a:p>
        </p:txBody>
      </p:sp>
    </p:spTree>
    <p:extLst>
      <p:ext uri="{BB962C8B-B14F-4D97-AF65-F5344CB8AC3E}">
        <p14:creationId xmlns:p14="http://schemas.microsoft.com/office/powerpoint/2010/main" val="13359472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C7FF104-0F2B-A40C-B0C5-3AC6743E3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1397C-112D-BC85-6B72-413F323D7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IN" sz="2800" dirty="0"/>
              <a:t>Project Roadmap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0F2C56-C457-ADF2-6767-8F270327F0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FEF1AD-32B0-8E44-192F-1B262D10246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LT | Site Navigation Overhaul Build</a:t>
            </a:r>
          </a:p>
          <a:p>
            <a:r>
              <a:rPr lang="en-GB" sz="2000" dirty="0" err="1"/>
              <a:t>Yantr</a:t>
            </a:r>
            <a:r>
              <a:rPr lang="en-GB" sz="2000" dirty="0"/>
              <a:t> &gt; Carpentry Migration | Business Loan Calculator</a:t>
            </a:r>
          </a:p>
          <a:p>
            <a:r>
              <a:rPr lang="en-GB" sz="2000" dirty="0" err="1"/>
              <a:t>Yantr</a:t>
            </a:r>
            <a:r>
              <a:rPr lang="en-GB" sz="2000" dirty="0"/>
              <a:t> &gt; Carpentry Migration | Daily Mortgage Rate Trends V2</a:t>
            </a:r>
          </a:p>
          <a:p>
            <a:r>
              <a:rPr lang="en-GB" sz="2000" dirty="0"/>
              <a:t>Enable Custom Code Review Rules for GitLab Duo Integration</a:t>
            </a:r>
            <a:endParaRPr lang="en-US" sz="2000" dirty="0"/>
          </a:p>
          <a:p>
            <a:r>
              <a:rPr lang="en-GB" sz="2000" dirty="0"/>
              <a:t>Financial API: Investigate and fix errors calling other APIs in GET rate-tables</a:t>
            </a:r>
          </a:p>
          <a:p>
            <a:r>
              <a:rPr lang="en-US" sz="2000" dirty="0"/>
              <a:t> GTM | Canopy updates</a:t>
            </a:r>
          </a:p>
          <a:p>
            <a:pPr lvl="1"/>
            <a:endParaRPr lang="en-US" b="1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marL="365760" lvl="1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191485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6EE71C96-8D9F-DE61-EAAB-285AB2292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AB2A2-74A1-41CF-1BA7-0E8AEF4CC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Challenges Faced &amp; Mitigation Pla</a:t>
            </a:r>
            <a:r>
              <a:rPr lang="en-US" altLang="en-US" sz="2800" dirty="0">
                <a:solidFill>
                  <a:srgbClr val="000000"/>
                </a:solidFill>
              </a:rPr>
              <a:t>n</a:t>
            </a:r>
            <a:endParaRPr lang="en-IN" sz="2800" b="1" dirty="0">
              <a:solidFill>
                <a:schemeClr val="tx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3A7D85-CC05-55AF-8612-D13B63229A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8C502C-AF45-2E6D-65B4-71A940FA528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Rate Sync data was not loading in lower environment. </a:t>
            </a:r>
          </a:p>
          <a:p>
            <a:pPr marL="0" indent="0">
              <a:buNone/>
            </a:pPr>
            <a:r>
              <a:rPr lang="en-US" b="1" dirty="0"/>
              <a:t>Challenge: </a:t>
            </a:r>
            <a:r>
              <a:rPr lang="en-US" dirty="0"/>
              <a:t>Correct Rate Sync data was not available and has minimal data. Verifying  test data changes was challenges.</a:t>
            </a:r>
          </a:p>
          <a:p>
            <a:pPr marL="0" indent="0">
              <a:buNone/>
            </a:pPr>
            <a:r>
              <a:rPr lang="en-US" b="1" dirty="0"/>
              <a:t>Migration:</a:t>
            </a:r>
            <a:r>
              <a:rPr lang="en-US" dirty="0"/>
              <a:t> Most of the changes are verified on Test migration data. Real time data was not received yet.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IN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7425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and Skills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30AFF47-78AC-45C0-A1AA-2DAA028D414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25349" y="1206502"/>
            <a:ext cx="7890763" cy="4688271"/>
          </a:xfrm>
        </p:spPr>
        <p:txBody>
          <a:bodyPr>
            <a:normAutofit/>
          </a:bodyPr>
          <a:lstStyle/>
          <a:p>
            <a:pPr fontAlgn="ctr">
              <a:lnSpc>
                <a:spcPct val="110000"/>
              </a:lnSpc>
            </a:pPr>
            <a:r>
              <a:rPr lang="en-IN" sz="2000" dirty="0"/>
              <a:t>Resources Requirement – NA</a:t>
            </a:r>
            <a:endParaRPr lang="en-IN" sz="1400" i="1" dirty="0"/>
          </a:p>
          <a:p>
            <a:r>
              <a:rPr lang="en-IN" sz="2000" dirty="0"/>
              <a:t>Skills Upgrade – </a:t>
            </a:r>
            <a:r>
              <a:rPr lang="en-US" sz="2000" dirty="0"/>
              <a:t>We are using advanced ASP.NET MVC </a:t>
            </a:r>
            <a:r>
              <a:rPr lang="en-US" sz="2000"/>
              <a:t>Core 8.0 &amp; 10.0 </a:t>
            </a:r>
            <a:endParaRPr lang="en-US" sz="2000" dirty="0"/>
          </a:p>
          <a:p>
            <a:r>
              <a:rPr lang="en-US" sz="2000" dirty="0"/>
              <a:t>CSS3.</a:t>
            </a:r>
          </a:p>
          <a:p>
            <a:r>
              <a:rPr lang="en-US" sz="2000" dirty="0"/>
              <a:t>SQL</a:t>
            </a:r>
          </a:p>
          <a:p>
            <a:r>
              <a:rPr lang="en-US" sz="2000" dirty="0"/>
              <a:t>Snowflake</a:t>
            </a:r>
          </a:p>
          <a:p>
            <a:r>
              <a:rPr lang="en-US" sz="2000" dirty="0" err="1"/>
              <a:t>DocumentDB</a:t>
            </a:r>
            <a:endParaRPr lang="en-US" sz="2000" dirty="0"/>
          </a:p>
          <a:p>
            <a:r>
              <a:rPr lang="en-US" sz="2000" dirty="0" err="1"/>
              <a:t>VueJs</a:t>
            </a:r>
            <a:endParaRPr lang="en-US" sz="2000" dirty="0"/>
          </a:p>
          <a:p>
            <a:r>
              <a:rPr lang="en-US" sz="2000" dirty="0"/>
              <a:t>Bootstrap 4.1.6.</a:t>
            </a:r>
          </a:p>
          <a:p>
            <a:pPr fontAlgn="ctr"/>
            <a:r>
              <a:rPr lang="en-IN" sz="2000" dirty="0"/>
              <a:t>Unit Testing frameworks.</a:t>
            </a:r>
          </a:p>
          <a:p>
            <a:pPr fontAlgn="ctr"/>
            <a:endParaRPr lang="en-IN" b="1" dirty="0"/>
          </a:p>
          <a:p>
            <a:pPr font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5404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4495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2 2014">
  <a:themeElements>
    <a:clrScheme name="V2 Theme">
      <a:dk1>
        <a:srgbClr val="494342"/>
      </a:dk1>
      <a:lt1>
        <a:sysClr val="window" lastClr="FFFFFF"/>
      </a:lt1>
      <a:dk2>
        <a:srgbClr val="2D81AF"/>
      </a:dk2>
      <a:lt2>
        <a:srgbClr val="F15A24"/>
      </a:lt2>
      <a:accent1>
        <a:srgbClr val="76B1CD"/>
      </a:accent1>
      <a:accent2>
        <a:srgbClr val="D87C43"/>
      </a:accent2>
      <a:accent3>
        <a:srgbClr val="8DA408"/>
      </a:accent3>
      <a:accent4>
        <a:srgbClr val="FBB03B"/>
      </a:accent4>
      <a:accent5>
        <a:srgbClr val="A952A5"/>
      </a:accent5>
      <a:accent6>
        <a:srgbClr val="9D9EA2"/>
      </a:accent6>
      <a:hlink>
        <a:srgbClr val="76B1CD"/>
      </a:hlink>
      <a:folHlink>
        <a:srgbClr val="F15A24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V2 Theme">
    <a:dk1>
      <a:srgbClr val="494342"/>
    </a:dk1>
    <a:lt1>
      <a:sysClr val="window" lastClr="FFFFFF"/>
    </a:lt1>
    <a:dk2>
      <a:srgbClr val="2D81AF"/>
    </a:dk2>
    <a:lt2>
      <a:srgbClr val="F15A24"/>
    </a:lt2>
    <a:accent1>
      <a:srgbClr val="76B1CD"/>
    </a:accent1>
    <a:accent2>
      <a:srgbClr val="D87C43"/>
    </a:accent2>
    <a:accent3>
      <a:srgbClr val="8DA408"/>
    </a:accent3>
    <a:accent4>
      <a:srgbClr val="FBB03B"/>
    </a:accent4>
    <a:accent5>
      <a:srgbClr val="A952A5"/>
    </a:accent5>
    <a:accent6>
      <a:srgbClr val="9D9EA2"/>
    </a:accent6>
    <a:hlink>
      <a:srgbClr val="76B1CD"/>
    </a:hlink>
    <a:folHlink>
      <a:srgbClr val="F15A24"/>
    </a:folHlink>
  </a:clrScheme>
</a:themeOverride>
</file>

<file path=ppt/theme/themeOverride2.xml><?xml version="1.0" encoding="utf-8"?>
<a:themeOverride xmlns:a="http://schemas.openxmlformats.org/drawingml/2006/main">
  <a:clrScheme name="V2 Theme">
    <a:dk1>
      <a:srgbClr val="494342"/>
    </a:dk1>
    <a:lt1>
      <a:sysClr val="window" lastClr="FFFFFF"/>
    </a:lt1>
    <a:dk2>
      <a:srgbClr val="2D81AF"/>
    </a:dk2>
    <a:lt2>
      <a:srgbClr val="F15A24"/>
    </a:lt2>
    <a:accent1>
      <a:srgbClr val="76B1CD"/>
    </a:accent1>
    <a:accent2>
      <a:srgbClr val="D87C43"/>
    </a:accent2>
    <a:accent3>
      <a:srgbClr val="8DA408"/>
    </a:accent3>
    <a:accent4>
      <a:srgbClr val="FBB03B"/>
    </a:accent4>
    <a:accent5>
      <a:srgbClr val="A952A5"/>
    </a:accent5>
    <a:accent6>
      <a:srgbClr val="9D9EA2"/>
    </a:accent6>
    <a:hlink>
      <a:srgbClr val="76B1CD"/>
    </a:hlink>
    <a:folHlink>
      <a:srgbClr val="F15A24"/>
    </a:folHlink>
  </a:clrScheme>
</a:themeOverride>
</file>

<file path=ppt/theme/themeOverride3.xml><?xml version="1.0" encoding="utf-8"?>
<a:themeOverride xmlns:a="http://schemas.openxmlformats.org/drawingml/2006/main">
  <a:clrScheme name="V2 Theme">
    <a:dk1>
      <a:srgbClr val="494342"/>
    </a:dk1>
    <a:lt1>
      <a:sysClr val="window" lastClr="FFFFFF"/>
    </a:lt1>
    <a:dk2>
      <a:srgbClr val="2D81AF"/>
    </a:dk2>
    <a:lt2>
      <a:srgbClr val="F15A24"/>
    </a:lt2>
    <a:accent1>
      <a:srgbClr val="76B1CD"/>
    </a:accent1>
    <a:accent2>
      <a:srgbClr val="D87C43"/>
    </a:accent2>
    <a:accent3>
      <a:srgbClr val="8DA408"/>
    </a:accent3>
    <a:accent4>
      <a:srgbClr val="FBB03B"/>
    </a:accent4>
    <a:accent5>
      <a:srgbClr val="A952A5"/>
    </a:accent5>
    <a:accent6>
      <a:srgbClr val="9D9EA2"/>
    </a:accent6>
    <a:hlink>
      <a:srgbClr val="76B1CD"/>
    </a:hlink>
    <a:folHlink>
      <a:srgbClr val="F15A24"/>
    </a:folHlink>
  </a:clrScheme>
</a:themeOverride>
</file>

<file path=ppt/theme/themeOverride4.xml><?xml version="1.0" encoding="utf-8"?>
<a:themeOverride xmlns:a="http://schemas.openxmlformats.org/drawingml/2006/main">
  <a:clrScheme name="V2 Theme">
    <a:dk1>
      <a:srgbClr val="494342"/>
    </a:dk1>
    <a:lt1>
      <a:sysClr val="window" lastClr="FFFFFF"/>
    </a:lt1>
    <a:dk2>
      <a:srgbClr val="2D81AF"/>
    </a:dk2>
    <a:lt2>
      <a:srgbClr val="F15A24"/>
    </a:lt2>
    <a:accent1>
      <a:srgbClr val="76B1CD"/>
    </a:accent1>
    <a:accent2>
      <a:srgbClr val="D87C43"/>
    </a:accent2>
    <a:accent3>
      <a:srgbClr val="8DA408"/>
    </a:accent3>
    <a:accent4>
      <a:srgbClr val="FBB03B"/>
    </a:accent4>
    <a:accent5>
      <a:srgbClr val="A952A5"/>
    </a:accent5>
    <a:accent6>
      <a:srgbClr val="9D9EA2"/>
    </a:accent6>
    <a:hlink>
      <a:srgbClr val="76B1CD"/>
    </a:hlink>
    <a:folHlink>
      <a:srgbClr val="F15A24"/>
    </a:folHlink>
  </a:clrScheme>
</a:themeOverride>
</file>

<file path=ppt/theme/themeOverride5.xml><?xml version="1.0" encoding="utf-8"?>
<a:themeOverride xmlns:a="http://schemas.openxmlformats.org/drawingml/2006/main">
  <a:clrScheme name="V2 Theme">
    <a:dk1>
      <a:srgbClr val="494342"/>
    </a:dk1>
    <a:lt1>
      <a:sysClr val="window" lastClr="FFFFFF"/>
    </a:lt1>
    <a:dk2>
      <a:srgbClr val="2D81AF"/>
    </a:dk2>
    <a:lt2>
      <a:srgbClr val="F15A24"/>
    </a:lt2>
    <a:accent1>
      <a:srgbClr val="76B1CD"/>
    </a:accent1>
    <a:accent2>
      <a:srgbClr val="D87C43"/>
    </a:accent2>
    <a:accent3>
      <a:srgbClr val="8DA408"/>
    </a:accent3>
    <a:accent4>
      <a:srgbClr val="FBB03B"/>
    </a:accent4>
    <a:accent5>
      <a:srgbClr val="A952A5"/>
    </a:accent5>
    <a:accent6>
      <a:srgbClr val="9D9EA2"/>
    </a:accent6>
    <a:hlink>
      <a:srgbClr val="76B1CD"/>
    </a:hlink>
    <a:folHlink>
      <a:srgbClr val="F15A24"/>
    </a:folHlink>
  </a:clrScheme>
</a:themeOverride>
</file>

<file path=ppt/theme/themeOverride6.xml><?xml version="1.0" encoding="utf-8"?>
<a:themeOverride xmlns:a="http://schemas.openxmlformats.org/drawingml/2006/main">
  <a:clrScheme name="V2 Theme">
    <a:dk1>
      <a:srgbClr val="494342"/>
    </a:dk1>
    <a:lt1>
      <a:sysClr val="window" lastClr="FFFFFF"/>
    </a:lt1>
    <a:dk2>
      <a:srgbClr val="2D81AF"/>
    </a:dk2>
    <a:lt2>
      <a:srgbClr val="F15A24"/>
    </a:lt2>
    <a:accent1>
      <a:srgbClr val="76B1CD"/>
    </a:accent1>
    <a:accent2>
      <a:srgbClr val="D87C43"/>
    </a:accent2>
    <a:accent3>
      <a:srgbClr val="8DA408"/>
    </a:accent3>
    <a:accent4>
      <a:srgbClr val="FBB03B"/>
    </a:accent4>
    <a:accent5>
      <a:srgbClr val="A952A5"/>
    </a:accent5>
    <a:accent6>
      <a:srgbClr val="9D9EA2"/>
    </a:accent6>
    <a:hlink>
      <a:srgbClr val="76B1CD"/>
    </a:hlink>
    <a:folHlink>
      <a:srgbClr val="F15A24"/>
    </a:folHlink>
  </a:clrScheme>
</a:themeOverride>
</file>

<file path=ppt/theme/themeOverride7.xml><?xml version="1.0" encoding="utf-8"?>
<a:themeOverride xmlns:a="http://schemas.openxmlformats.org/drawingml/2006/main">
  <a:clrScheme name="V2 Theme">
    <a:dk1>
      <a:srgbClr val="494342"/>
    </a:dk1>
    <a:lt1>
      <a:sysClr val="window" lastClr="FFFFFF"/>
    </a:lt1>
    <a:dk2>
      <a:srgbClr val="2D81AF"/>
    </a:dk2>
    <a:lt2>
      <a:srgbClr val="F15A24"/>
    </a:lt2>
    <a:accent1>
      <a:srgbClr val="76B1CD"/>
    </a:accent1>
    <a:accent2>
      <a:srgbClr val="D87C43"/>
    </a:accent2>
    <a:accent3>
      <a:srgbClr val="8DA408"/>
    </a:accent3>
    <a:accent4>
      <a:srgbClr val="FBB03B"/>
    </a:accent4>
    <a:accent5>
      <a:srgbClr val="A952A5"/>
    </a:accent5>
    <a:accent6>
      <a:srgbClr val="9D9EA2"/>
    </a:accent6>
    <a:hlink>
      <a:srgbClr val="76B1CD"/>
    </a:hlink>
    <a:folHlink>
      <a:srgbClr val="F15A24"/>
    </a:folHlink>
  </a:clrScheme>
</a:themeOverride>
</file>

<file path=ppt/theme/themeOverride8.xml><?xml version="1.0" encoding="utf-8"?>
<a:themeOverride xmlns:a="http://schemas.openxmlformats.org/drawingml/2006/main">
  <a:clrScheme name="V2 Theme">
    <a:dk1>
      <a:srgbClr val="494342"/>
    </a:dk1>
    <a:lt1>
      <a:sysClr val="window" lastClr="FFFFFF"/>
    </a:lt1>
    <a:dk2>
      <a:srgbClr val="2D81AF"/>
    </a:dk2>
    <a:lt2>
      <a:srgbClr val="F15A24"/>
    </a:lt2>
    <a:accent1>
      <a:srgbClr val="76B1CD"/>
    </a:accent1>
    <a:accent2>
      <a:srgbClr val="D87C43"/>
    </a:accent2>
    <a:accent3>
      <a:srgbClr val="8DA408"/>
    </a:accent3>
    <a:accent4>
      <a:srgbClr val="FBB03B"/>
    </a:accent4>
    <a:accent5>
      <a:srgbClr val="A952A5"/>
    </a:accent5>
    <a:accent6>
      <a:srgbClr val="9D9EA2"/>
    </a:accent6>
    <a:hlink>
      <a:srgbClr val="76B1CD"/>
    </a:hlink>
    <a:folHlink>
      <a:srgbClr val="F15A24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BF51A07410DA4796335AE0E37182C8" ma:contentTypeVersion="12" ma:contentTypeDescription="Create a new document." ma:contentTypeScope="" ma:versionID="64df252ce93a8ed28fb488fc5f7aba86">
  <xsd:schema xmlns:xsd="http://www.w3.org/2001/XMLSchema" xmlns:xs="http://www.w3.org/2001/XMLSchema" xmlns:p="http://schemas.microsoft.com/office/2006/metadata/properties" xmlns:ns2="7dc618e8-2c3f-4647-bc5c-9f4e2915a0a5" xmlns:ns3="046518e7-0f18-407f-b97b-b4d4cfdf164f" targetNamespace="http://schemas.microsoft.com/office/2006/metadata/properties" ma:root="true" ma:fieldsID="020a30f465bdbd22ae8d670313e27faa" ns2:_="" ns3:_="">
    <xsd:import namespace="7dc618e8-2c3f-4647-bc5c-9f4e2915a0a5"/>
    <xsd:import namespace="046518e7-0f18-407f-b97b-b4d4cfdf164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Flow_SignoffStatus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c618e8-2c3f-4647-bc5c-9f4e2915a0a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6518e7-0f18-407f-b97b-b4d4cfdf16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_Flow_SignoffStatus" ma:index="18" nillable="true" ma:displayName="Sign-off status" ma:internalName="Sign_x002d_off_x0020_status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046518e7-0f18-407f-b97b-b4d4cfdf164f" xsi:nil="true"/>
  </documentManagement>
</p:properties>
</file>

<file path=customXml/itemProps1.xml><?xml version="1.0" encoding="utf-8"?>
<ds:datastoreItem xmlns:ds="http://schemas.openxmlformats.org/officeDocument/2006/customXml" ds:itemID="{8B8BF2C1-E786-4160-A75F-26F487C9931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3D8CCC9-6743-4731-8BFD-1F1CAA310F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dc618e8-2c3f-4647-bc5c-9f4e2915a0a5"/>
    <ds:schemaRef ds:uri="046518e7-0f18-407f-b97b-b4d4cfdf164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B5BFA2F-D574-42CC-996A-2038CEC6CAE3}">
  <ds:schemaRefs>
    <ds:schemaRef ds:uri="http://www.w3.org/XML/1998/namespace"/>
    <ds:schemaRef ds:uri="4a4c05dd-df60-40a2-8484-219aa1d78252"/>
    <ds:schemaRef ds:uri="http://purl.org/dc/dcmitype/"/>
    <ds:schemaRef ds:uri="http://schemas.microsoft.com/office/2006/metadata/properties"/>
    <ds:schemaRef ds:uri="b1190d85-c0e6-4344-a882-7b3839a01e9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purl.org/dc/elements/1.1/"/>
    <ds:schemaRef ds:uri="046518e7-0f18-407f-b97b-b4d4cfdf164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5626</TotalTime>
  <Words>525</Words>
  <Application>Microsoft Office PowerPoint</Application>
  <PresentationFormat>On-screen Show (4:3)</PresentationFormat>
  <Paragraphs>107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Century Gothic</vt:lpstr>
      <vt:lpstr>Courier New</vt:lpstr>
      <vt:lpstr>Gill Sans Light</vt:lpstr>
      <vt:lpstr>Helvetica Neue Light</vt:lpstr>
      <vt:lpstr>Wingdings</vt:lpstr>
      <vt:lpstr>V2 2014</vt:lpstr>
      <vt:lpstr>LT Consumer Website (LCW)</vt:lpstr>
      <vt:lpstr>Agenda</vt:lpstr>
      <vt:lpstr>Goals Achieved in March </vt:lpstr>
      <vt:lpstr>Continue…. </vt:lpstr>
      <vt:lpstr>In Progress Ticket </vt:lpstr>
      <vt:lpstr>Metrics &amp; Project Insights</vt:lpstr>
      <vt:lpstr>Story Points</vt:lpstr>
      <vt:lpstr>Key Contributions Beyond Ticket Goals</vt:lpstr>
      <vt:lpstr>Project Roadmap</vt:lpstr>
      <vt:lpstr>Challenges Faced &amp; Mitigation Plan</vt:lpstr>
      <vt:lpstr>Resources and Skills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 Hall</dc:creator>
  <dc:description>Doc. Ref. No.: V2/DOC/COM/012                   Rev. No.: 2                                 W.e.f : 3 Feb 2016</dc:description>
  <cp:lastModifiedBy>Amul Parutagale</cp:lastModifiedBy>
  <cp:revision>364</cp:revision>
  <dcterms:created xsi:type="dcterms:W3CDTF">2014-09-05T18:58:01Z</dcterms:created>
  <dcterms:modified xsi:type="dcterms:W3CDTF">2026-04-06T10:41:00Z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0x010100C6BF51A07410DA4796335AE0E37182C8</vt:lpwstr>
  </property>
</Properties>
</file>