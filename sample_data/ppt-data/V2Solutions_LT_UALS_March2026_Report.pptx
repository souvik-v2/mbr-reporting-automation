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sldIdLst>
    <p:sldId id="275" r:id="rId5"/>
    <p:sldId id="259" r:id="rId6"/>
    <p:sldId id="257" r:id="rId7"/>
    <p:sldId id="295" r:id="rId8"/>
    <p:sldId id="296" r:id="rId9"/>
    <p:sldId id="291" r:id="rId10"/>
    <p:sldId id="279" r:id="rId11"/>
    <p:sldId id="293" r:id="rId12"/>
    <p:sldId id="294" r:id="rId13"/>
    <p:sldId id="276"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E225C-E8A6-AF8D-4F80-B4FE485CF71E}" v="68" dt="2026-04-02T17:49:01.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8" name="Title Placeholder 21"/>
          <p:cNvSpPr>
            <a:spLocks noGrp="1"/>
          </p:cNvSpPr>
          <p:nvPr>
            <p:ph type="title"/>
          </p:nvPr>
        </p:nvSpPr>
        <p:spPr>
          <a:xfrm>
            <a:off x="1357098" y="3505200"/>
            <a:ext cx="6438901" cy="762000"/>
          </a:xfrm>
          <a:prstGeom prst="rect">
            <a:avLst/>
          </a:prstGeom>
        </p:spPr>
        <p:txBody>
          <a:bodyPr vert="horz" anchor="ctr">
            <a:normAutofit/>
          </a:bodyPr>
          <a:lstStyle>
            <a:lvl1pPr algn="ctr">
              <a:defRPr sz="2000">
                <a:latin typeface="Arial"/>
                <a:cs typeface="Arial"/>
              </a:defRPr>
            </a:lvl1pPr>
          </a:lstStyle>
          <a:p>
            <a:r>
              <a:rPr kumimoji="0" lang="en-US"/>
              <a:t>Click to edit Master title style</a:t>
            </a:r>
          </a:p>
        </p:txBody>
      </p:sp>
      <p:sp>
        <p:nvSpPr>
          <p:cNvPr id="4" name="Text Placeholder 3"/>
          <p:cNvSpPr>
            <a:spLocks noGrp="1"/>
          </p:cNvSpPr>
          <p:nvPr>
            <p:ph type="body" sz="quarter" idx="10" hasCustomPrompt="1"/>
          </p:nvPr>
        </p:nvSpPr>
        <p:spPr>
          <a:xfrm>
            <a:off x="2768022" y="4185903"/>
            <a:ext cx="3664330" cy="520382"/>
          </a:xfrm>
        </p:spPr>
        <p:txBody>
          <a:bodyPr>
            <a:normAutofit/>
          </a:bodyPr>
          <a:lstStyle>
            <a:lvl1pPr marL="0" indent="0" algn="ctr">
              <a:buNone/>
              <a:defRPr sz="1400">
                <a:solidFill>
                  <a:schemeClr val="accent6"/>
                </a:solidFill>
              </a:defRPr>
            </a:lvl1pPr>
          </a:lstStyle>
          <a:p>
            <a:pPr lvl="0"/>
            <a:r>
              <a:rPr lang="en-US"/>
              <a:t>Month DD, YYYY</a:t>
            </a:r>
          </a:p>
        </p:txBody>
      </p:sp>
      <p:pic>
        <p:nvPicPr>
          <p:cNvPr id="3" name="Picture 2" descr="V2Solutions_Logo_Stacked_2014_09_1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8675" y="1230790"/>
            <a:ext cx="3653677" cy="2274005"/>
          </a:xfrm>
          <a:prstGeom prst="rect">
            <a:avLst/>
          </a:prstGeom>
        </p:spPr>
      </p:pic>
      <p:pic>
        <p:nvPicPr>
          <p:cNvPr id="2" name="Picture 1"/>
          <p:cNvPicPr>
            <a:picLocks noChangeAspect="1"/>
          </p:cNvPicPr>
          <p:nvPr userDrawn="1"/>
        </p:nvPicPr>
        <p:blipFill>
          <a:blip r:embed="rId3"/>
          <a:stretch>
            <a:fillRect/>
          </a:stretch>
        </p:blipFill>
        <p:spPr>
          <a:xfrm>
            <a:off x="2781322" y="4881036"/>
            <a:ext cx="3657568" cy="729125"/>
          </a:xfrm>
          <a:prstGeom prst="rect">
            <a:avLst/>
          </a:prstGeom>
        </p:spPr>
      </p:pic>
      <p:sp>
        <p:nvSpPr>
          <p:cNvPr id="6" name="TextBox 5"/>
          <p:cNvSpPr txBox="1"/>
          <p:nvPr userDrawn="1"/>
        </p:nvSpPr>
        <p:spPr>
          <a:xfrm>
            <a:off x="2781322" y="6258560"/>
            <a:ext cx="3657568" cy="246221"/>
          </a:xfrm>
          <a:prstGeom prst="rect">
            <a:avLst/>
          </a:prstGeom>
          <a:noFill/>
        </p:spPr>
        <p:txBody>
          <a:bodyPr wrap="square" rtlCol="0">
            <a:spAutoFit/>
          </a:bodyPr>
          <a:lstStyle/>
          <a:p>
            <a:pPr algn="ctr"/>
            <a:r>
              <a:rPr lang="en-US" sz="1000">
                <a:solidFill>
                  <a:srgbClr val="494342"/>
                </a:solidFill>
              </a:rPr>
              <a:t>2340</a:t>
            </a:r>
            <a:r>
              <a:rPr lang="en-US" sz="1000" baseline="0">
                <a:solidFill>
                  <a:srgbClr val="494342"/>
                </a:solidFill>
              </a:rPr>
              <a:t> D. Walsh Ave, Santa Clara, CA. 95051 </a:t>
            </a:r>
            <a:endParaRPr lang="en-US" sz="1000">
              <a:solidFill>
                <a:srgbClr val="49434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851CCF73-8DE0-4D4A-B3BF-D2A5C73C1DC2}" type="slidenum">
              <a:rPr lang="en-US" smtClean="0"/>
              <a:pPr/>
              <a:t>‹#›</a:t>
            </a:fld>
            <a:endParaRPr lang="en-US"/>
          </a:p>
        </p:txBody>
      </p:sp>
      <p:sp>
        <p:nvSpPr>
          <p:cNvPr id="5" name="Content Placeholder 7"/>
          <p:cNvSpPr>
            <a:spLocks noGrp="1"/>
          </p:cNvSpPr>
          <p:nvPr>
            <p:ph sz="quarter" idx="1"/>
          </p:nvPr>
        </p:nvSpPr>
        <p:spPr>
          <a:xfrm>
            <a:off x="625349" y="1206502"/>
            <a:ext cx="7890763" cy="4729477"/>
          </a:xfrm>
          <a:prstGeom prst="rect">
            <a:avLst/>
          </a:prstGeom>
        </p:spPr>
        <p:txBody>
          <a:bodyPr/>
          <a:lstStyle>
            <a:lvl1pPr marL="0" indent="0">
              <a:buClr>
                <a:schemeClr val="bg2"/>
              </a:buClr>
              <a:buSzPct val="100000"/>
              <a:buFont typeface="Arial"/>
              <a:buNone/>
              <a:defRPr sz="2400"/>
            </a:lvl1pPr>
            <a:lvl2pPr marL="365760" indent="0">
              <a:buSzPct val="60000"/>
              <a:buFont typeface="Arial"/>
              <a:buNone/>
              <a:defRPr sz="2000"/>
            </a:lvl2pPr>
            <a:lvl3pPr marL="685800" indent="0">
              <a:buClr>
                <a:schemeClr val="tx2"/>
              </a:buClr>
              <a:buSzPct val="125000"/>
              <a:buFont typeface="Arial"/>
              <a:buNone/>
              <a:defRPr sz="1800"/>
            </a:lvl3pPr>
            <a:lvl4pPr marL="1143000" indent="0">
              <a:buClr>
                <a:schemeClr val="accent1"/>
              </a:buClr>
              <a:buSzPct val="90000"/>
              <a:buFont typeface="Arial"/>
              <a:buNone/>
              <a:defRPr sz="1600"/>
            </a:lvl4pPr>
            <a:lvl5pPr marL="1600200" indent="0">
              <a:buClr>
                <a:schemeClr val="accent2"/>
              </a:buClr>
              <a:buSzPct val="90000"/>
              <a:buFont typeface="Arial"/>
              <a:buNone/>
              <a:defRPr sz="1400"/>
            </a:lvl5pPr>
            <a:lvl6pPr marL="1874520" indent="0">
              <a:buFont typeface="Arial"/>
              <a:buNone/>
              <a:defRPr sz="1200" b="0" i="0">
                <a:latin typeface="Gill Sans Light"/>
                <a:cs typeface="Gill Sans Light"/>
              </a:defRPr>
            </a:lvl6pPr>
            <a:lvl7pPr marL="2148840" indent="0">
              <a:buFont typeface="Arial"/>
              <a:buNone/>
              <a:defRPr sz="1200" b="0" i="0">
                <a:latin typeface="Gill Sans Light"/>
                <a:cs typeface="Gill Sans Light"/>
              </a:defRPr>
            </a:lvl7pPr>
            <a:lvl8pPr marL="2423160" indent="0">
              <a:buFont typeface="Arial"/>
              <a:buNone/>
              <a:defRPr sz="1200" b="0" i="0">
                <a:latin typeface="Gill Sans Light"/>
                <a:cs typeface="Gill Sans Light"/>
              </a:defRPr>
            </a:lvl8pPr>
            <a:lvl9pPr marL="2697480" indent="0">
              <a:buFont typeface="Arial"/>
              <a:buNone/>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extLst>
      <p:ext uri="{BB962C8B-B14F-4D97-AF65-F5344CB8AC3E}">
        <p14:creationId xmlns:p14="http://schemas.microsoft.com/office/powerpoint/2010/main" val="995710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lain no Bold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851CCF73-8DE0-4D4A-B3BF-D2A5C73C1DC2}" type="slidenum">
              <a:rPr lang="en-US" smtClean="0"/>
              <a:pPr/>
              <a:t>‹#›</a:t>
            </a:fld>
            <a:endParaRPr lang="en-US"/>
          </a:p>
        </p:txBody>
      </p:sp>
      <p:sp>
        <p:nvSpPr>
          <p:cNvPr id="5" name="Content Placeholder 7"/>
          <p:cNvSpPr>
            <a:spLocks noGrp="1"/>
          </p:cNvSpPr>
          <p:nvPr>
            <p:ph sz="quarter" idx="1"/>
          </p:nvPr>
        </p:nvSpPr>
        <p:spPr>
          <a:xfrm>
            <a:off x="625349" y="1206502"/>
            <a:ext cx="7890763" cy="4729477"/>
          </a:xfrm>
          <a:prstGeom prst="rect">
            <a:avLst/>
          </a:prstGeom>
        </p:spPr>
        <p:txBody>
          <a:bodyPr/>
          <a:lstStyle>
            <a:lvl1pPr marL="0" indent="0">
              <a:buClr>
                <a:schemeClr val="bg2"/>
              </a:buClr>
              <a:buSzPct val="70000"/>
              <a:buFont typeface="Wingdings" charset="2"/>
              <a:buNone/>
              <a:defRPr sz="2200" b="0" i="0">
                <a:latin typeface="Gill Sans Light"/>
                <a:cs typeface="Gill Sans Light"/>
              </a:defRPr>
            </a:lvl1pPr>
            <a:lvl2pPr marL="365760" indent="0">
              <a:buSzPct val="60000"/>
              <a:buFont typeface="Wingdings" charset="2"/>
              <a:buNone/>
              <a:defRPr sz="2000"/>
            </a:lvl2pPr>
            <a:lvl3pPr marL="685800" indent="0">
              <a:buClr>
                <a:schemeClr val="tx2"/>
              </a:buClr>
              <a:buSzPct val="125000"/>
              <a:buFont typeface="Arial"/>
              <a:buNone/>
              <a:defRPr sz="1800"/>
            </a:lvl3pPr>
            <a:lvl4pPr marL="1143000" indent="0">
              <a:buClr>
                <a:schemeClr val="accent1"/>
              </a:buClr>
              <a:buSzPct val="90000"/>
              <a:buFont typeface="Courier New"/>
              <a:buNone/>
              <a:defRPr sz="1600"/>
            </a:lvl4pPr>
            <a:lvl5pPr marL="1600200" indent="0">
              <a:buClr>
                <a:schemeClr val="accent2"/>
              </a:buClr>
              <a:buSzPct val="90000"/>
              <a:buFont typeface="Courier New"/>
              <a:buNone/>
              <a:defRPr sz="1400"/>
            </a:lvl5pPr>
            <a:lvl6pPr marL="1874520" indent="0">
              <a:buFont typeface="Arial"/>
              <a:buNone/>
              <a:defRPr sz="1200" b="0" i="0">
                <a:latin typeface="Gill Sans Light"/>
                <a:cs typeface="Gill Sans Light"/>
              </a:defRPr>
            </a:lvl6pPr>
            <a:lvl7pPr marL="2148840" indent="0">
              <a:buFont typeface="Arial"/>
              <a:buNone/>
              <a:defRPr sz="1200" b="0" i="0">
                <a:latin typeface="Gill Sans Light"/>
                <a:cs typeface="Gill Sans Light"/>
              </a:defRPr>
            </a:lvl7pPr>
            <a:lvl8pPr marL="2423160" indent="0">
              <a:buFont typeface="Arial"/>
              <a:buNone/>
              <a:defRPr sz="1200" b="0" i="0">
                <a:latin typeface="Gill Sans Light"/>
                <a:cs typeface="Gill Sans Light"/>
              </a:defRPr>
            </a:lvl8pPr>
            <a:lvl9pPr marL="2697480" indent="0">
              <a:buFont typeface="Arial"/>
              <a:buNone/>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extLst>
      <p:ext uri="{BB962C8B-B14F-4D97-AF65-F5344CB8AC3E}">
        <p14:creationId xmlns:p14="http://schemas.microsoft.com/office/powerpoint/2010/main" val="2117858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p:spTree>
      <p:nvGrpSpPr>
        <p:cNvPr id="1" name=""/>
        <p:cNvGrpSpPr/>
        <p:nvPr/>
      </p:nvGrpSpPr>
      <p:grpSpPr>
        <a:xfrm>
          <a:off x="0" y="0"/>
          <a:ext cx="0" cy="0"/>
          <a:chOff x="0" y="0"/>
          <a:chExt cx="0" cy="0"/>
        </a:xfrm>
      </p:grpSpPr>
      <p:sp>
        <p:nvSpPr>
          <p:cNvPr id="4" name="Title Placeholder 21"/>
          <p:cNvSpPr>
            <a:spLocks noGrp="1"/>
          </p:cNvSpPr>
          <p:nvPr>
            <p:ph type="title"/>
          </p:nvPr>
        </p:nvSpPr>
        <p:spPr>
          <a:xfrm>
            <a:off x="609600" y="139700"/>
            <a:ext cx="6438901" cy="709084"/>
          </a:xfrm>
          <a:prstGeom prst="rect">
            <a:avLst/>
          </a:prstGeom>
        </p:spPr>
        <p:txBody>
          <a:bodyPr vert="horz" anchor="ctr">
            <a:normAutofit/>
          </a:bodyPr>
          <a:lstStyle/>
          <a:p>
            <a:r>
              <a:rPr kumimoji="0" lang="en-US"/>
              <a:t>Click to edit Master title style</a:t>
            </a:r>
          </a:p>
        </p:txBody>
      </p:sp>
      <p:sp>
        <p:nvSpPr>
          <p:cNvPr id="3" name="Slide Number Placeholder 2"/>
          <p:cNvSpPr>
            <a:spLocks noGrp="1"/>
          </p:cNvSpPr>
          <p:nvPr>
            <p:ph type="sldNum" sz="quarter" idx="11"/>
          </p:nvPr>
        </p:nvSpPr>
        <p:spPr/>
        <p:txBody>
          <a:bodyPr/>
          <a:lstStyle/>
          <a:p>
            <a:fld id="{851CCF73-8DE0-4D4A-B3BF-D2A5C73C1DC2}" type="slidenum">
              <a:rPr lang="en-US" smtClean="0"/>
              <a:pPr/>
              <a:t>‹#›</a:t>
            </a:fld>
            <a:endParaRPr lang="en-US"/>
          </a:p>
        </p:txBody>
      </p:sp>
      <p:sp>
        <p:nvSpPr>
          <p:cNvPr id="5" name="Content Placeholder 7"/>
          <p:cNvSpPr>
            <a:spLocks noGrp="1"/>
          </p:cNvSpPr>
          <p:nvPr>
            <p:ph sz="quarter" idx="1"/>
          </p:nvPr>
        </p:nvSpPr>
        <p:spPr>
          <a:xfrm>
            <a:off x="625349" y="1206502"/>
            <a:ext cx="7890763" cy="4729477"/>
          </a:xfrm>
          <a:prstGeom prst="rect">
            <a:avLst/>
          </a:prstGeom>
        </p:spPr>
        <p:txBody>
          <a:bodyPr/>
          <a:lstStyle>
            <a:lvl1pPr marL="320040" indent="-320040">
              <a:buClr>
                <a:schemeClr val="bg2"/>
              </a:buClr>
              <a:buSzPct val="70000"/>
              <a:buFont typeface="Wingdings" charset="2"/>
              <a:buChar char=""/>
              <a:defRPr sz="24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3">
        <a:schemeClr val="bg1"/>
      </p:bgRef>
    </p:bg>
    <p:spTree>
      <p:nvGrpSpPr>
        <p:cNvPr id="1" name=""/>
        <p:cNvGrpSpPr/>
        <p:nvPr/>
      </p:nvGrpSpPr>
      <p:grpSpPr>
        <a:xfrm>
          <a:off x="0" y="0"/>
          <a:ext cx="0" cy="0"/>
          <a:chOff x="0" y="0"/>
          <a:chExt cx="0" cy="0"/>
        </a:xfrm>
      </p:grpSpPr>
      <p:sp>
        <p:nvSpPr>
          <p:cNvPr id="13" name="Shape 92"/>
          <p:cNvSpPr/>
          <p:nvPr/>
        </p:nvSpPr>
        <p:spPr>
          <a:xfrm>
            <a:off x="-2248" y="2545976"/>
            <a:ext cx="7513594" cy="1"/>
          </a:xfrm>
          <a:prstGeom prst="line">
            <a:avLst/>
          </a:prstGeom>
          <a:ln w="889000">
            <a:solidFill>
              <a:srgbClr val="D87C43"/>
            </a:solidFill>
          </a:ln>
        </p:spPr>
        <p:txBody>
          <a:bodyPr lIns="0" tIns="0" rIns="0" bIns="0"/>
          <a:lstStyle/>
          <a:p>
            <a:pPr lvl="0" defTabSz="457200">
              <a:defRPr sz="1200">
                <a:latin typeface="+mj-lt"/>
                <a:ea typeface="+mj-ea"/>
                <a:cs typeface="+mj-cs"/>
                <a:sym typeface="Helvetica"/>
              </a:defRPr>
            </a:pPr>
            <a:endParaRPr/>
          </a:p>
        </p:txBody>
      </p:sp>
      <p:sp>
        <p:nvSpPr>
          <p:cNvPr id="14" name="Shape 93"/>
          <p:cNvSpPr/>
          <p:nvPr/>
        </p:nvSpPr>
        <p:spPr>
          <a:xfrm>
            <a:off x="7650936" y="2545976"/>
            <a:ext cx="1509104" cy="1"/>
          </a:xfrm>
          <a:prstGeom prst="line">
            <a:avLst/>
          </a:prstGeom>
          <a:ln w="889000">
            <a:solidFill>
              <a:srgbClr val="2D81AF"/>
            </a:solidFill>
          </a:ln>
        </p:spPr>
        <p:txBody>
          <a:bodyPr lIns="0" tIns="0" rIns="0" bIns="0"/>
          <a:lstStyle/>
          <a:p>
            <a:pPr lvl="0" defTabSz="457200">
              <a:defRPr sz="1200">
                <a:latin typeface="+mj-lt"/>
                <a:ea typeface="+mj-ea"/>
                <a:cs typeface="+mj-cs"/>
                <a:sym typeface="Helvetica"/>
              </a:defRPr>
            </a:pPr>
            <a:endParaRPr/>
          </a:p>
        </p:txBody>
      </p:sp>
      <p:sp>
        <p:nvSpPr>
          <p:cNvPr id="10" name="Shape 92"/>
          <p:cNvSpPr/>
          <p:nvPr/>
        </p:nvSpPr>
        <p:spPr>
          <a:xfrm>
            <a:off x="-2248" y="2545976"/>
            <a:ext cx="7513594" cy="1"/>
          </a:xfrm>
          <a:prstGeom prst="line">
            <a:avLst/>
          </a:prstGeom>
          <a:ln w="889000">
            <a:solidFill>
              <a:srgbClr val="D87C43"/>
            </a:solidFill>
          </a:ln>
        </p:spPr>
        <p:txBody>
          <a:bodyPr lIns="0" tIns="0" rIns="0" bIns="0"/>
          <a:lstStyle/>
          <a:p>
            <a:pPr lvl="0" defTabSz="457200">
              <a:defRPr sz="1200">
                <a:latin typeface="+mj-lt"/>
                <a:ea typeface="+mj-ea"/>
                <a:cs typeface="+mj-cs"/>
                <a:sym typeface="Helvetica"/>
              </a:defRPr>
            </a:pPr>
            <a:endParaRPr/>
          </a:p>
        </p:txBody>
      </p:sp>
      <p:sp>
        <p:nvSpPr>
          <p:cNvPr id="11" name="Shape 93"/>
          <p:cNvSpPr/>
          <p:nvPr/>
        </p:nvSpPr>
        <p:spPr>
          <a:xfrm>
            <a:off x="7650936" y="2545976"/>
            <a:ext cx="1509104" cy="1"/>
          </a:xfrm>
          <a:prstGeom prst="line">
            <a:avLst/>
          </a:prstGeom>
          <a:ln w="889000">
            <a:solidFill>
              <a:srgbClr val="2D81AF"/>
            </a:solidFill>
          </a:ln>
        </p:spPr>
        <p:txBody>
          <a:bodyPr lIns="0" tIns="0" rIns="0" bIns="0"/>
          <a:lstStyle/>
          <a:p>
            <a:pPr lvl="0" defTabSz="457200">
              <a:defRPr sz="1200">
                <a:latin typeface="+mj-lt"/>
                <a:ea typeface="+mj-ea"/>
                <a:cs typeface="+mj-cs"/>
                <a:sym typeface="Helvetica"/>
              </a:defRPr>
            </a:pPr>
            <a:endParaRPr/>
          </a:p>
        </p:txBody>
      </p:sp>
      <p:grpSp>
        <p:nvGrpSpPr>
          <p:cNvPr id="5" name="Group 4"/>
          <p:cNvGrpSpPr>
            <a:grpSpLocks noChangeAspect="1"/>
          </p:cNvGrpSpPr>
          <p:nvPr/>
        </p:nvGrpSpPr>
        <p:grpSpPr>
          <a:xfrm>
            <a:off x="1382220" y="2006663"/>
            <a:ext cx="1136984" cy="1136985"/>
            <a:chOff x="1687021" y="2717864"/>
            <a:chExt cx="981540" cy="981541"/>
          </a:xfrm>
        </p:grpSpPr>
        <p:sp>
          <p:nvSpPr>
            <p:cNvPr id="15" name="Shape 95"/>
            <p:cNvSpPr/>
            <p:nvPr userDrawn="1"/>
          </p:nvSpPr>
          <p:spPr>
            <a:xfrm>
              <a:off x="1687021" y="2717864"/>
              <a:ext cx="981540" cy="98154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a:miter lim="400000"/>
            </a:ln>
          </p:spPr>
          <p:txBody>
            <a:bodyPr lIns="0" tIns="0" rIns="0" bIns="0" anchor="ctr"/>
            <a:lstStyle/>
            <a:p>
              <a:pPr lvl="0"/>
              <a:endParaRPr/>
            </a:p>
          </p:txBody>
        </p:sp>
        <p:grpSp>
          <p:nvGrpSpPr>
            <p:cNvPr id="16" name="Group 101"/>
            <p:cNvGrpSpPr>
              <a:grpSpLocks noChangeAspect="1"/>
            </p:cNvGrpSpPr>
            <p:nvPr userDrawn="1"/>
          </p:nvGrpSpPr>
          <p:grpSpPr>
            <a:xfrm>
              <a:off x="1728067" y="2758909"/>
              <a:ext cx="899447" cy="899448"/>
              <a:chOff x="0" y="0"/>
              <a:chExt cx="1280160" cy="1280160"/>
            </a:xfrm>
          </p:grpSpPr>
          <p:sp>
            <p:nvSpPr>
              <p:cNvPr id="17" name="Shape 96"/>
              <p:cNvSpPr/>
              <p:nvPr/>
            </p:nvSpPr>
            <p:spPr>
              <a:xfrm rot="16200000">
                <a:off x="-1" y="0"/>
                <a:ext cx="1280162" cy="128016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76B1CD"/>
              </a:solidFill>
              <a:ln w="12700" cap="flat">
                <a:noFill/>
                <a:miter lim="400000"/>
              </a:ln>
              <a:effectLst/>
            </p:spPr>
            <p:txBody>
              <a:bodyPr wrap="square" lIns="0" tIns="0" rIns="0" bIns="0" numCol="1" anchor="ctr">
                <a:noAutofit/>
              </a:bodyPr>
              <a:lstStyle/>
              <a:p>
                <a:pPr lvl="0" algn="ctr">
                  <a:defRPr>
                    <a:solidFill>
                      <a:srgbClr val="FFFFFF"/>
                    </a:solidFill>
                  </a:defRPr>
                </a:pPr>
                <a:endParaRPr/>
              </a:p>
            </p:txBody>
          </p:sp>
          <p:grpSp>
            <p:nvGrpSpPr>
              <p:cNvPr id="18" name="Group 100"/>
              <p:cNvGrpSpPr/>
              <p:nvPr/>
            </p:nvGrpSpPr>
            <p:grpSpPr>
              <a:xfrm>
                <a:off x="464661" y="363060"/>
                <a:ext cx="350838" cy="583344"/>
                <a:chOff x="0" y="0"/>
                <a:chExt cx="350837" cy="583342"/>
              </a:xfrm>
            </p:grpSpPr>
            <p:sp>
              <p:nvSpPr>
                <p:cNvPr id="19" name="Shape 97"/>
                <p:cNvSpPr/>
                <p:nvPr/>
              </p:nvSpPr>
              <p:spPr>
                <a:xfrm>
                  <a:off x="-1" y="-1"/>
                  <a:ext cx="350839" cy="583343"/>
                </a:xfrm>
                <a:custGeom>
                  <a:avLst/>
                  <a:gdLst/>
                  <a:ahLst/>
                  <a:cxnLst>
                    <a:cxn ang="0">
                      <a:pos x="wd2" y="hd2"/>
                    </a:cxn>
                    <a:cxn ang="5400000">
                      <a:pos x="wd2" y="hd2"/>
                    </a:cxn>
                    <a:cxn ang="10800000">
                      <a:pos x="wd2" y="hd2"/>
                    </a:cxn>
                    <a:cxn ang="16200000">
                      <a:pos x="wd2" y="hd2"/>
                    </a:cxn>
                  </a:cxnLst>
                  <a:rect l="0" t="0" r="r" b="b"/>
                  <a:pathLst>
                    <a:path w="21600" h="21600" extrusionOk="0">
                      <a:moveTo>
                        <a:pt x="0" y="21414"/>
                      </a:moveTo>
                      <a:lnTo>
                        <a:pt x="0" y="0"/>
                      </a:lnTo>
                      <a:lnTo>
                        <a:pt x="21600" y="0"/>
                      </a:lnTo>
                      <a:lnTo>
                        <a:pt x="21600" y="21600"/>
                      </a:lnTo>
                    </a:path>
                  </a:pathLst>
                </a:custGeom>
                <a:noFill/>
                <a:ln w="19050" cap="flat">
                  <a:solidFill>
                    <a:srgbClr val="FFFFFF"/>
                  </a:solidFill>
                  <a:prstDash val="solid"/>
                  <a:bevel/>
                </a:ln>
                <a:effectLst/>
              </p:spPr>
              <p:txBody>
                <a:bodyPr wrap="square" lIns="0" tIns="0" rIns="0" bIns="0" numCol="1" anchor="ctr">
                  <a:noAutofit/>
                </a:bodyPr>
                <a:lstStyle/>
                <a:p>
                  <a:pPr lvl="0" algn="ctr"/>
                  <a:endParaRPr/>
                </a:p>
              </p:txBody>
            </p:sp>
            <p:sp>
              <p:nvSpPr>
                <p:cNvPr id="20" name="Shape 98"/>
                <p:cNvSpPr/>
                <p:nvPr/>
              </p:nvSpPr>
              <p:spPr>
                <a:xfrm>
                  <a:off x="59795" y="44957"/>
                  <a:ext cx="243057" cy="523794"/>
                </a:xfrm>
                <a:custGeom>
                  <a:avLst/>
                  <a:gdLst/>
                  <a:ahLst/>
                  <a:cxnLst>
                    <a:cxn ang="0">
                      <a:pos x="wd2" y="hd2"/>
                    </a:cxn>
                    <a:cxn ang="5400000">
                      <a:pos x="wd2" y="hd2"/>
                    </a:cxn>
                    <a:cxn ang="10800000">
                      <a:pos x="wd2" y="hd2"/>
                    </a:cxn>
                    <a:cxn ang="16200000">
                      <a:pos x="wd2" y="hd2"/>
                    </a:cxn>
                  </a:cxnLst>
                  <a:rect l="0" t="0" r="r" b="b"/>
                  <a:pathLst>
                    <a:path w="21600" h="21600" extrusionOk="0">
                      <a:moveTo>
                        <a:pt x="21426" y="0"/>
                      </a:moveTo>
                      <a:lnTo>
                        <a:pt x="0" y="0"/>
                      </a:lnTo>
                      <a:lnTo>
                        <a:pt x="0" y="18544"/>
                      </a:lnTo>
                      <a:lnTo>
                        <a:pt x="21600" y="21600"/>
                      </a:lnTo>
                      <a:lnTo>
                        <a:pt x="21426" y="0"/>
                      </a:lnTo>
                      <a:close/>
                    </a:path>
                  </a:pathLst>
                </a:custGeom>
                <a:noFill/>
                <a:ln w="19050" cap="flat">
                  <a:solidFill>
                    <a:srgbClr val="FFFFFF"/>
                  </a:solidFill>
                  <a:prstDash val="solid"/>
                  <a:bevel/>
                </a:ln>
                <a:effectLst/>
              </p:spPr>
              <p:txBody>
                <a:bodyPr wrap="square" lIns="0" tIns="0" rIns="0" bIns="0" numCol="1" anchor="ctr">
                  <a:noAutofit/>
                </a:bodyPr>
                <a:lstStyle/>
                <a:p>
                  <a:pPr lvl="0" algn="ctr"/>
                  <a:endParaRPr/>
                </a:p>
              </p:txBody>
            </p:sp>
            <p:sp>
              <p:nvSpPr>
                <p:cNvPr id="21" name="Shape 99"/>
                <p:cNvSpPr/>
                <p:nvPr/>
              </p:nvSpPr>
              <p:spPr>
                <a:xfrm>
                  <a:off x="95442" y="249214"/>
                  <a:ext cx="30481" cy="3048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19050" cap="flat">
                  <a:solidFill>
                    <a:srgbClr val="FFFFFF"/>
                  </a:solidFill>
                  <a:prstDash val="solid"/>
                  <a:bevel/>
                </a:ln>
                <a:effectLst/>
              </p:spPr>
              <p:txBody>
                <a:bodyPr wrap="square" lIns="0" tIns="0" rIns="0" bIns="0" numCol="1" anchor="ctr">
                  <a:noAutofit/>
                </a:bodyPr>
                <a:lstStyle/>
                <a:p>
                  <a:pPr lvl="0" algn="ctr">
                    <a:defRPr>
                      <a:solidFill>
                        <a:srgbClr val="FFFFFF"/>
                      </a:solidFill>
                    </a:defRPr>
                  </a:pPr>
                  <a:endParaRPr/>
                </a:p>
              </p:txBody>
            </p:sp>
          </p:grpSp>
        </p:grpSp>
      </p:grpSp>
      <p:sp>
        <p:nvSpPr>
          <p:cNvPr id="22" name="Title 1"/>
          <p:cNvSpPr>
            <a:spLocks noGrp="1"/>
          </p:cNvSpPr>
          <p:nvPr>
            <p:ph type="title"/>
          </p:nvPr>
        </p:nvSpPr>
        <p:spPr>
          <a:xfrm>
            <a:off x="2734705" y="2204135"/>
            <a:ext cx="4776641" cy="709084"/>
          </a:xfrm>
        </p:spPr>
        <p:txBody>
          <a:bodyPr>
            <a:normAutofit/>
          </a:bodyPr>
          <a:lstStyle>
            <a:lvl1pPr>
              <a:defRPr sz="2000">
                <a:solidFill>
                  <a:schemeClr val="bg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ase Study Header">
    <p:bg>
      <p:bgRef idx="1003">
        <a:schemeClr val="bg1"/>
      </p:bgRef>
    </p:bg>
    <p:spTree>
      <p:nvGrpSpPr>
        <p:cNvPr id="1" name=""/>
        <p:cNvGrpSpPr/>
        <p:nvPr/>
      </p:nvGrpSpPr>
      <p:grpSpPr>
        <a:xfrm>
          <a:off x="0" y="0"/>
          <a:ext cx="0" cy="0"/>
          <a:chOff x="0" y="0"/>
          <a:chExt cx="0" cy="0"/>
        </a:xfrm>
      </p:grpSpPr>
      <p:sp>
        <p:nvSpPr>
          <p:cNvPr id="6" name="Shape 92"/>
          <p:cNvSpPr/>
          <p:nvPr/>
        </p:nvSpPr>
        <p:spPr>
          <a:xfrm>
            <a:off x="-2248" y="2545976"/>
            <a:ext cx="7513594" cy="1"/>
          </a:xfrm>
          <a:prstGeom prst="line">
            <a:avLst/>
          </a:prstGeom>
          <a:ln w="889000">
            <a:solidFill>
              <a:schemeClr val="tx2"/>
            </a:solidFill>
          </a:ln>
        </p:spPr>
        <p:txBody>
          <a:bodyPr lIns="0" tIns="0" rIns="0" bIns="0"/>
          <a:lstStyle/>
          <a:p>
            <a:pPr lvl="0" defTabSz="457200">
              <a:defRPr sz="1200">
                <a:latin typeface="+mj-lt"/>
                <a:ea typeface="+mj-ea"/>
                <a:cs typeface="+mj-cs"/>
                <a:sym typeface="Helvetica"/>
              </a:defRPr>
            </a:pPr>
            <a:endParaRPr/>
          </a:p>
        </p:txBody>
      </p:sp>
      <p:sp>
        <p:nvSpPr>
          <p:cNvPr id="7" name="Shape 93"/>
          <p:cNvSpPr/>
          <p:nvPr/>
        </p:nvSpPr>
        <p:spPr>
          <a:xfrm>
            <a:off x="7650936" y="2545976"/>
            <a:ext cx="1509104" cy="1"/>
          </a:xfrm>
          <a:prstGeom prst="line">
            <a:avLst/>
          </a:prstGeom>
          <a:ln w="889000">
            <a:solidFill>
              <a:schemeClr val="bg2"/>
            </a:solidFill>
          </a:ln>
        </p:spPr>
        <p:txBody>
          <a:bodyPr lIns="0" tIns="0" rIns="0" bIns="0"/>
          <a:lstStyle/>
          <a:p>
            <a:pPr lvl="0" defTabSz="457200">
              <a:defRPr sz="1200">
                <a:latin typeface="+mj-lt"/>
                <a:ea typeface="+mj-ea"/>
                <a:cs typeface="+mj-cs"/>
                <a:sym typeface="Helvetica"/>
              </a:defRPr>
            </a:pPr>
            <a:endParaRPr/>
          </a:p>
        </p:txBody>
      </p:sp>
      <p:sp>
        <p:nvSpPr>
          <p:cNvPr id="10" name="Shape 92"/>
          <p:cNvSpPr/>
          <p:nvPr/>
        </p:nvSpPr>
        <p:spPr>
          <a:xfrm>
            <a:off x="-2248" y="2545976"/>
            <a:ext cx="7513594" cy="1"/>
          </a:xfrm>
          <a:prstGeom prst="line">
            <a:avLst/>
          </a:prstGeom>
          <a:ln w="889000">
            <a:solidFill>
              <a:schemeClr val="tx2"/>
            </a:solidFill>
          </a:ln>
        </p:spPr>
        <p:txBody>
          <a:bodyPr lIns="0" tIns="0" rIns="0" bIns="0"/>
          <a:lstStyle/>
          <a:p>
            <a:pPr lvl="0" defTabSz="457200">
              <a:defRPr sz="1200">
                <a:latin typeface="+mj-lt"/>
                <a:ea typeface="+mj-ea"/>
                <a:cs typeface="+mj-cs"/>
                <a:sym typeface="Helvetica"/>
              </a:defRPr>
            </a:pPr>
            <a:endParaRPr/>
          </a:p>
        </p:txBody>
      </p:sp>
      <p:sp>
        <p:nvSpPr>
          <p:cNvPr id="11" name="Shape 93"/>
          <p:cNvSpPr/>
          <p:nvPr/>
        </p:nvSpPr>
        <p:spPr>
          <a:xfrm>
            <a:off x="7650936" y="2545976"/>
            <a:ext cx="1509104" cy="1"/>
          </a:xfrm>
          <a:prstGeom prst="line">
            <a:avLst/>
          </a:prstGeom>
          <a:ln w="889000">
            <a:solidFill>
              <a:schemeClr val="bg2"/>
            </a:solidFill>
          </a:ln>
        </p:spPr>
        <p:txBody>
          <a:bodyPr lIns="0" tIns="0" rIns="0" bIns="0"/>
          <a:lstStyle/>
          <a:p>
            <a:pPr lvl="0" defTabSz="457200">
              <a:defRPr sz="1200">
                <a:latin typeface="+mj-lt"/>
                <a:ea typeface="+mj-ea"/>
                <a:cs typeface="+mj-cs"/>
                <a:sym typeface="Helvetica"/>
              </a:defRPr>
            </a:pPr>
            <a:endParaRPr/>
          </a:p>
        </p:txBody>
      </p:sp>
      <p:sp>
        <p:nvSpPr>
          <p:cNvPr id="22" name="Title 1"/>
          <p:cNvSpPr>
            <a:spLocks noGrp="1"/>
          </p:cNvSpPr>
          <p:nvPr>
            <p:ph type="title"/>
          </p:nvPr>
        </p:nvSpPr>
        <p:spPr>
          <a:xfrm>
            <a:off x="2734705" y="2204135"/>
            <a:ext cx="4776641" cy="709084"/>
          </a:xfrm>
        </p:spPr>
        <p:txBody>
          <a:bodyPr>
            <a:normAutofit/>
          </a:bodyPr>
          <a:lstStyle>
            <a:lvl1pPr>
              <a:defRPr sz="2000">
                <a:solidFill>
                  <a:schemeClr val="bg1"/>
                </a:solidFill>
              </a:defRPr>
            </a:lvl1pPr>
          </a:lstStyle>
          <a:p>
            <a:r>
              <a:rPr kumimoji="0" lang="en-US"/>
              <a:t>Click to edit Master title style</a:t>
            </a:r>
          </a:p>
        </p:txBody>
      </p:sp>
      <p:pic>
        <p:nvPicPr>
          <p:cNvPr id="13" name="pasted-image.pdf"/>
          <p:cNvPicPr>
            <a:picLocks noChangeAspect="1"/>
          </p:cNvPicPr>
          <p:nvPr/>
        </p:nvPicPr>
        <p:blipFill>
          <a:blip r:embed="rId2"/>
          <a:stretch>
            <a:fillRect/>
          </a:stretch>
        </p:blipFill>
        <p:spPr>
          <a:xfrm>
            <a:off x="1402093" y="1999877"/>
            <a:ext cx="1143000" cy="1143000"/>
          </a:xfrm>
          <a:prstGeom prst="rect">
            <a:avLst/>
          </a:prstGeom>
          <a:ln w="12700">
            <a:miter lim="400000"/>
          </a:ln>
        </p:spPr>
      </p:pic>
      <p:pic>
        <p:nvPicPr>
          <p:cNvPr id="8" name="pasted-image.pdf"/>
          <p:cNvPicPr>
            <a:picLocks noChangeAspect="1"/>
          </p:cNvPicPr>
          <p:nvPr/>
        </p:nvPicPr>
        <p:blipFill>
          <a:blip r:embed="rId2"/>
          <a:stretch>
            <a:fillRect/>
          </a:stretch>
        </p:blipFill>
        <p:spPr>
          <a:xfrm>
            <a:off x="1402093" y="1999877"/>
            <a:ext cx="1143000" cy="1143000"/>
          </a:xfrm>
          <a:prstGeom prst="rect">
            <a:avLst/>
          </a:prstGeom>
          <a:ln w="12700">
            <a:miter lim="400000"/>
          </a:ln>
        </p:spPr>
      </p:pic>
    </p:spTree>
    <p:extLst>
      <p:ext uri="{BB962C8B-B14F-4D97-AF65-F5344CB8AC3E}">
        <p14:creationId xmlns:p14="http://schemas.microsoft.com/office/powerpoint/2010/main" val="163524235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Sm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Slide Number Placeholder 2"/>
          <p:cNvSpPr>
            <a:spLocks noGrp="1"/>
          </p:cNvSpPr>
          <p:nvPr>
            <p:ph type="sldNum" sz="quarter" idx="10"/>
          </p:nvPr>
        </p:nvSpPr>
        <p:spPr/>
        <p:txBody>
          <a:bodyPr/>
          <a:lstStyle/>
          <a:p>
            <a:fld id="{851CCF73-8DE0-4D4A-B3BF-D2A5C73C1DC2}" type="slidenum">
              <a:rPr lang="en-US" smtClean="0"/>
              <a:pPr/>
              <a:t>‹#›</a:t>
            </a:fld>
            <a:endParaRPr lang="en-US"/>
          </a:p>
        </p:txBody>
      </p:sp>
      <p:sp>
        <p:nvSpPr>
          <p:cNvPr id="6" name="Content Placeholder 7"/>
          <p:cNvSpPr>
            <a:spLocks noGrp="1"/>
          </p:cNvSpPr>
          <p:nvPr>
            <p:ph sz="quarter" idx="1"/>
          </p:nvPr>
        </p:nvSpPr>
        <p:spPr>
          <a:xfrm>
            <a:off x="625349" y="1206502"/>
            <a:ext cx="3824731" cy="4729477"/>
          </a:xfrm>
          <a:prstGeom prst="rect">
            <a:avLst/>
          </a:prstGeom>
        </p:spPr>
        <p:txBody>
          <a:bodyPr/>
          <a:lstStyle>
            <a:lvl1pPr marL="320040" indent="-320040">
              <a:buClr>
                <a:schemeClr val="bg2"/>
              </a:buClr>
              <a:buSzPct val="70000"/>
              <a:buFont typeface="Wingdings" charset="2"/>
              <a:buChar char=""/>
              <a:defRPr sz="20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
        <p:nvSpPr>
          <p:cNvPr id="7" name="Content Placeholder 7"/>
          <p:cNvSpPr>
            <a:spLocks noGrp="1"/>
          </p:cNvSpPr>
          <p:nvPr>
            <p:ph sz="quarter" idx="11"/>
          </p:nvPr>
        </p:nvSpPr>
        <p:spPr>
          <a:xfrm>
            <a:off x="4679189" y="1206502"/>
            <a:ext cx="3824731" cy="4729477"/>
          </a:xfrm>
          <a:prstGeom prst="rect">
            <a:avLst/>
          </a:prstGeom>
        </p:spPr>
        <p:txBody>
          <a:bodyPr/>
          <a:lstStyle>
            <a:lvl1pPr marL="320040" indent="-320040">
              <a:buClr>
                <a:schemeClr val="bg2"/>
              </a:buClr>
              <a:buSzPct val="70000"/>
              <a:buFont typeface="Wingdings" charset="2"/>
              <a:buChar char=""/>
              <a:defRPr sz="20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Text Placeholder 15"/>
          <p:cNvSpPr>
            <a:spLocks noGrp="1"/>
          </p:cNvSpPr>
          <p:nvPr>
            <p:ph type="body" sz="quarter" idx="1"/>
          </p:nvPr>
        </p:nvSpPr>
        <p:spPr>
          <a:xfrm>
            <a:off x="609600" y="1193800"/>
            <a:ext cx="3886200" cy="640080"/>
          </a:xfrm>
          <a:solidFill>
            <a:schemeClr val="accent1"/>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597400" y="11938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7" name="Title 1"/>
          <p:cNvSpPr>
            <a:spLocks noGrp="1"/>
          </p:cNvSpPr>
          <p:nvPr>
            <p:ph type="title"/>
          </p:nvPr>
        </p:nvSpPr>
        <p:spPr>
          <a:xfrm>
            <a:off x="609600" y="139700"/>
            <a:ext cx="6438901" cy="709084"/>
          </a:xfrm>
        </p:spPr>
        <p:txBody>
          <a:bodyPr/>
          <a:lstStyle/>
          <a:p>
            <a:r>
              <a:rPr kumimoji="0" lang="en-US"/>
              <a:t>Click to edit Master title style</a:t>
            </a:r>
          </a:p>
        </p:txBody>
      </p:sp>
      <p:sp>
        <p:nvSpPr>
          <p:cNvPr id="2" name="Slide Number Placeholder 1"/>
          <p:cNvSpPr>
            <a:spLocks noGrp="1"/>
          </p:cNvSpPr>
          <p:nvPr>
            <p:ph type="sldNum" sz="quarter" idx="10"/>
          </p:nvPr>
        </p:nvSpPr>
        <p:spPr/>
        <p:txBody>
          <a:bodyPr/>
          <a:lstStyle/>
          <a:p>
            <a:fld id="{851CCF73-8DE0-4D4A-B3BF-D2A5C73C1DC2}" type="slidenum">
              <a:rPr lang="en-US" smtClean="0"/>
              <a:pPr/>
              <a:t>‹#›</a:t>
            </a:fld>
            <a:endParaRPr lang="en-US"/>
          </a:p>
        </p:txBody>
      </p:sp>
      <p:sp>
        <p:nvSpPr>
          <p:cNvPr id="8" name="Content Placeholder 7"/>
          <p:cNvSpPr>
            <a:spLocks noGrp="1"/>
          </p:cNvSpPr>
          <p:nvPr>
            <p:ph sz="quarter" idx="11"/>
          </p:nvPr>
        </p:nvSpPr>
        <p:spPr>
          <a:xfrm>
            <a:off x="625349" y="2032000"/>
            <a:ext cx="3824731" cy="3903979"/>
          </a:xfrm>
          <a:prstGeom prst="rect">
            <a:avLst/>
          </a:prstGeom>
        </p:spPr>
        <p:txBody>
          <a:bodyPr/>
          <a:lstStyle>
            <a:lvl1pPr marL="320040" indent="-320040">
              <a:buClr>
                <a:schemeClr val="bg2"/>
              </a:buClr>
              <a:buSzPct val="70000"/>
              <a:buFont typeface="Wingdings" charset="2"/>
              <a:buChar char=""/>
              <a:defRPr sz="24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
        <p:nvSpPr>
          <p:cNvPr id="9" name="Content Placeholder 7"/>
          <p:cNvSpPr>
            <a:spLocks noGrp="1"/>
          </p:cNvSpPr>
          <p:nvPr>
            <p:ph sz="quarter" idx="12"/>
          </p:nvPr>
        </p:nvSpPr>
        <p:spPr>
          <a:xfrm>
            <a:off x="4679189" y="2032000"/>
            <a:ext cx="3824731" cy="3903979"/>
          </a:xfrm>
          <a:prstGeom prst="rect">
            <a:avLst/>
          </a:prstGeom>
        </p:spPr>
        <p:txBody>
          <a:bodyPr/>
          <a:lstStyle>
            <a:lvl1pPr marL="320040" indent="-320040">
              <a:buClr>
                <a:schemeClr val="bg2"/>
              </a:buClr>
              <a:buSzPct val="70000"/>
              <a:buFont typeface="Wingdings" charset="2"/>
              <a:buChar char=""/>
              <a:defRPr sz="24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Sm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851CCF73-8DE0-4D4A-B3BF-D2A5C73C1DC2}" type="slidenum">
              <a:rPr lang="en-US" smtClean="0"/>
              <a:pPr/>
              <a:t>‹#›</a:t>
            </a:fld>
            <a:endParaRPr lang="en-US"/>
          </a:p>
        </p:txBody>
      </p:sp>
      <p:sp>
        <p:nvSpPr>
          <p:cNvPr id="6" name="Text Placeholder 15"/>
          <p:cNvSpPr>
            <a:spLocks noGrp="1"/>
          </p:cNvSpPr>
          <p:nvPr>
            <p:ph type="body" sz="quarter" idx="1"/>
          </p:nvPr>
        </p:nvSpPr>
        <p:spPr>
          <a:xfrm>
            <a:off x="609600" y="1193800"/>
            <a:ext cx="3886200" cy="640080"/>
          </a:xfrm>
          <a:solidFill>
            <a:schemeClr val="accent1"/>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7" name="Text Placeholder 14"/>
          <p:cNvSpPr>
            <a:spLocks noGrp="1"/>
          </p:cNvSpPr>
          <p:nvPr>
            <p:ph type="body" sz="quarter" idx="3"/>
          </p:nvPr>
        </p:nvSpPr>
        <p:spPr>
          <a:xfrm>
            <a:off x="4597400" y="11938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9" name="Content Placeholder 7"/>
          <p:cNvSpPr>
            <a:spLocks noGrp="1"/>
          </p:cNvSpPr>
          <p:nvPr>
            <p:ph sz="quarter" idx="11"/>
          </p:nvPr>
        </p:nvSpPr>
        <p:spPr>
          <a:xfrm>
            <a:off x="625349" y="2032000"/>
            <a:ext cx="3824731" cy="3903979"/>
          </a:xfrm>
          <a:prstGeom prst="rect">
            <a:avLst/>
          </a:prstGeom>
        </p:spPr>
        <p:txBody>
          <a:bodyPr/>
          <a:lstStyle>
            <a:lvl1pPr marL="320040" indent="-320040">
              <a:buClr>
                <a:schemeClr val="bg2"/>
              </a:buClr>
              <a:buSzPct val="70000"/>
              <a:buFont typeface="Wingdings" charset="2"/>
              <a:buChar char=""/>
              <a:defRPr sz="20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
        <p:nvSpPr>
          <p:cNvPr id="10" name="Content Placeholder 7"/>
          <p:cNvSpPr>
            <a:spLocks noGrp="1"/>
          </p:cNvSpPr>
          <p:nvPr>
            <p:ph sz="quarter" idx="12"/>
          </p:nvPr>
        </p:nvSpPr>
        <p:spPr>
          <a:xfrm>
            <a:off x="4679189" y="2032000"/>
            <a:ext cx="3824731" cy="3903979"/>
          </a:xfrm>
          <a:prstGeom prst="rect">
            <a:avLst/>
          </a:prstGeom>
        </p:spPr>
        <p:txBody>
          <a:bodyPr/>
          <a:lstStyle>
            <a:lvl1pPr marL="320040" indent="-320040">
              <a:buClr>
                <a:schemeClr val="bg2"/>
              </a:buClr>
              <a:buSzPct val="70000"/>
              <a:buFont typeface="Wingdings" charset="2"/>
              <a:buChar char=""/>
              <a:defRPr sz="20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extLst>
      <p:ext uri="{BB962C8B-B14F-4D97-AF65-F5344CB8AC3E}">
        <p14:creationId xmlns:p14="http://schemas.microsoft.com/office/powerpoint/2010/main" val="144412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Slide Number Placeholder 3"/>
          <p:cNvSpPr>
            <a:spLocks noGrp="1"/>
          </p:cNvSpPr>
          <p:nvPr>
            <p:ph type="sldNum" sz="quarter" idx="10"/>
          </p:nvPr>
        </p:nvSpPr>
        <p:spPr/>
        <p:txBody>
          <a:bodyPr/>
          <a:lstStyle/>
          <a:p>
            <a:fld id="{851CCF73-8DE0-4D4A-B3BF-D2A5C73C1DC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609600" y="1219200"/>
            <a:ext cx="1600200" cy="4736592"/>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Title 1"/>
          <p:cNvSpPr>
            <a:spLocks noGrp="1"/>
          </p:cNvSpPr>
          <p:nvPr>
            <p:ph type="title"/>
          </p:nvPr>
        </p:nvSpPr>
        <p:spPr>
          <a:xfrm>
            <a:off x="609600" y="139700"/>
            <a:ext cx="6438901" cy="709084"/>
          </a:xfrm>
        </p:spPr>
        <p:txBody>
          <a:bodyPr/>
          <a:lstStyle/>
          <a:p>
            <a:r>
              <a:rPr kumimoji="0" lang="en-US"/>
              <a:t>Click to edit Master title style</a:t>
            </a:r>
          </a:p>
        </p:txBody>
      </p:sp>
      <p:sp>
        <p:nvSpPr>
          <p:cNvPr id="2" name="Slide Number Placeholder 1"/>
          <p:cNvSpPr>
            <a:spLocks noGrp="1"/>
          </p:cNvSpPr>
          <p:nvPr>
            <p:ph type="sldNum" sz="quarter" idx="10"/>
          </p:nvPr>
        </p:nvSpPr>
        <p:spPr/>
        <p:txBody>
          <a:bodyPr/>
          <a:lstStyle/>
          <a:p>
            <a:fld id="{851CCF73-8DE0-4D4A-B3BF-D2A5C73C1DC2}" type="slidenum">
              <a:rPr lang="en-US" smtClean="0"/>
              <a:pPr/>
              <a:t>‹#›</a:t>
            </a:fld>
            <a:endParaRPr lang="en-US"/>
          </a:p>
        </p:txBody>
      </p:sp>
      <p:sp>
        <p:nvSpPr>
          <p:cNvPr id="6" name="Content Placeholder 7"/>
          <p:cNvSpPr>
            <a:spLocks noGrp="1"/>
          </p:cNvSpPr>
          <p:nvPr>
            <p:ph sz="quarter" idx="1"/>
          </p:nvPr>
        </p:nvSpPr>
        <p:spPr>
          <a:xfrm>
            <a:off x="2438400" y="1206502"/>
            <a:ext cx="6077712" cy="4729477"/>
          </a:xfrm>
          <a:prstGeom prst="rect">
            <a:avLst/>
          </a:prstGeom>
        </p:spPr>
        <p:txBody>
          <a:bodyPr/>
          <a:lstStyle>
            <a:lvl1pPr marL="320040" indent="-320040">
              <a:buClr>
                <a:schemeClr val="bg2"/>
              </a:buClr>
              <a:buSzPct val="70000"/>
              <a:buFont typeface="Wingdings" charset="2"/>
              <a:buChar char=""/>
              <a:defRPr sz="24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hank You">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2641600"/>
            <a:ext cx="9144000" cy="15367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a:t>Thank</a:t>
            </a:r>
            <a:r>
              <a:rPr lang="en-US" sz="2800" baseline="0"/>
              <a:t> You</a:t>
            </a:r>
            <a:endParaRPr lang="en-US" sz="2800"/>
          </a:p>
        </p:txBody>
      </p:sp>
      <p:pic>
        <p:nvPicPr>
          <p:cNvPr id="2" name="Picture 1" descr="V2Solutions_Logo_Stacked_No_Tag_2014_09_1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22590" y="584200"/>
            <a:ext cx="3306354" cy="1727200"/>
          </a:xfrm>
          <a:prstGeom prst="rect">
            <a:avLst/>
          </a:prstGeom>
        </p:spPr>
      </p:pic>
    </p:spTree>
    <p:extLst>
      <p:ext uri="{BB962C8B-B14F-4D97-AF65-F5344CB8AC3E}">
        <p14:creationId xmlns:p14="http://schemas.microsoft.com/office/powerpoint/2010/main" val="347321209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0"/>
          </p:nvPr>
        </p:nvSpPr>
        <p:spPr/>
        <p:txBody>
          <a:bodyPr/>
          <a:lstStyle/>
          <a:p>
            <a:fld id="{851CCF73-8DE0-4D4A-B3BF-D2A5C73C1DC2}" type="slidenum">
              <a:rPr lang="en-US" smtClean="0"/>
              <a:pPr/>
              <a:t>‹#›</a:t>
            </a:fld>
            <a:endParaRPr lang="en-US"/>
          </a:p>
        </p:txBody>
      </p:sp>
      <p:sp>
        <p:nvSpPr>
          <p:cNvPr id="6" name="Content Placeholder 7"/>
          <p:cNvSpPr>
            <a:spLocks noGrp="1"/>
          </p:cNvSpPr>
          <p:nvPr>
            <p:ph sz="quarter" idx="1"/>
          </p:nvPr>
        </p:nvSpPr>
        <p:spPr>
          <a:xfrm>
            <a:off x="625349" y="1206502"/>
            <a:ext cx="7890763" cy="4729477"/>
          </a:xfrm>
          <a:prstGeom prst="rect">
            <a:avLst/>
          </a:prstGeom>
        </p:spPr>
        <p:txBody>
          <a:bodyPr vert="vert"/>
          <a:lstStyle>
            <a:lvl1pPr marL="320040" indent="-320040">
              <a:buClr>
                <a:schemeClr val="bg2"/>
              </a:buClr>
              <a:buSzPct val="70000"/>
              <a:buFont typeface="Wingdings" charset="2"/>
              <a:buChar char=""/>
              <a:defRPr sz="2400"/>
            </a:lvl1pPr>
            <a:lvl2pPr marL="640080" indent="-274320">
              <a:buClr>
                <a:schemeClr val="tx2"/>
              </a:buClr>
              <a:buSzPct val="65000"/>
              <a:buFont typeface="Wingdings" charset="2"/>
              <a:buChar char=""/>
              <a:defRPr sz="2000"/>
            </a:lvl2pPr>
            <a:lvl3pPr marL="914400" indent="-228600">
              <a:buClr>
                <a:schemeClr val="accent2"/>
              </a:buClr>
              <a:buSzPct val="90000"/>
              <a:buFont typeface="Courier New"/>
              <a:buChar char="o"/>
              <a:defRPr sz="1800"/>
            </a:lvl3pPr>
            <a:lvl4pPr marL="1371600" indent="-228600">
              <a:buClr>
                <a:schemeClr val="accent1"/>
              </a:buClr>
              <a:buSzPct val="90000"/>
              <a:buFont typeface="Courier New"/>
              <a:buChar char="o"/>
              <a:defRPr sz="1600"/>
            </a:lvl4pPr>
            <a:lvl5pPr marL="1828800" indent="-228600">
              <a:buClr>
                <a:schemeClr val="accent6"/>
              </a:buClr>
              <a:buSzPct val="90000"/>
              <a:buFont typeface="Courier New"/>
              <a:buChar char="o"/>
              <a:defRPr sz="1400"/>
            </a:lvl5pPr>
            <a:lvl6pPr marL="2045970" indent="-171450">
              <a:buClr>
                <a:schemeClr val="accent3"/>
              </a:buClr>
              <a:buFont typeface="Courier New"/>
              <a:buChar char="o"/>
              <a:defRPr sz="1200" b="0" i="0">
                <a:latin typeface="Gill Sans Light"/>
                <a:cs typeface="Gill Sans Light"/>
              </a:defRPr>
            </a:lvl6pPr>
            <a:lvl7pPr marL="2377440" indent="-228600">
              <a:buClr>
                <a:schemeClr val="accent4"/>
              </a:buClr>
              <a:buFont typeface="Courier New"/>
              <a:buChar char="o"/>
              <a:defRPr sz="1200" b="0" i="0">
                <a:latin typeface="Gill Sans Light"/>
                <a:cs typeface="Gill Sans Light"/>
              </a:defRPr>
            </a:lvl7pPr>
            <a:lvl8pPr marL="2651760" indent="-228600">
              <a:buClr>
                <a:schemeClr val="accent5"/>
              </a:buClr>
              <a:buFont typeface="Courier New"/>
              <a:buChar char="o"/>
              <a:defRPr sz="1200" b="0" i="0">
                <a:latin typeface="Gill Sans Light"/>
                <a:cs typeface="Gill Sans Light"/>
              </a:defRPr>
            </a:lvl8pPr>
            <a:lvl9pPr marL="2926080" indent="-228600">
              <a:buClr>
                <a:schemeClr val="bg2"/>
              </a:buClr>
              <a:buFont typeface="Courier New"/>
              <a:buChar char="o"/>
              <a:defRPr sz="1200" b="0" i="0">
                <a:latin typeface="Gill Sans Light"/>
                <a:cs typeface="Gill Sans Light"/>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p>
          <a:p>
            <a:pPr lvl="5" eaLnBrk="1" latinLnBrk="0" hangingPunct="1"/>
            <a:r>
              <a:rPr kumimoji="0" lang="en-US"/>
              <a:t>Sixth level</a:t>
            </a:r>
          </a:p>
          <a:p>
            <a:pPr lvl="6" eaLnBrk="1" latinLnBrk="0" hangingPunct="1"/>
            <a:r>
              <a:rPr kumimoji="0" lang="en-US"/>
              <a:t>Seventh level</a:t>
            </a:r>
          </a:p>
          <a:p>
            <a:pPr lvl="7" eaLnBrk="1" latinLnBrk="0" hangingPunct="1"/>
            <a:r>
              <a:rPr kumimoji="0" lang="en-US"/>
              <a:t>Eighth level</a:t>
            </a:r>
          </a:p>
          <a:p>
            <a:pPr lvl="8" eaLnBrk="1" latinLnBrk="0" hangingPunct="1"/>
            <a:r>
              <a:rPr kumimoji="0" lang="en-US"/>
              <a:t>Ninth level</a:t>
            </a:r>
          </a:p>
          <a:p>
            <a:pPr lvl="8" eaLnBrk="1" latinLnBrk="0" hangingPunct="1"/>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39700"/>
            <a:ext cx="6607646" cy="709084"/>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193800"/>
            <a:ext cx="7886700" cy="47371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0" name="Shape 34"/>
          <p:cNvSpPr/>
          <p:nvPr/>
        </p:nvSpPr>
        <p:spPr>
          <a:xfrm>
            <a:off x="-1424" y="869723"/>
            <a:ext cx="7218670" cy="1"/>
          </a:xfrm>
          <a:prstGeom prst="line">
            <a:avLst/>
          </a:prstGeom>
          <a:ln w="38100">
            <a:solidFill>
              <a:srgbClr val="D87C43"/>
            </a:solidFill>
          </a:ln>
        </p:spPr>
        <p:txBody>
          <a:bodyPr lIns="0" tIns="0" rIns="0" bIns="0"/>
          <a:lstStyle/>
          <a:p>
            <a:pPr lvl="0" defTabSz="457200">
              <a:defRPr sz="1200">
                <a:latin typeface="+mj-lt"/>
                <a:ea typeface="+mj-ea"/>
                <a:cs typeface="+mj-cs"/>
                <a:sym typeface="Helvetica"/>
              </a:defRPr>
            </a:pPr>
            <a:endParaRPr/>
          </a:p>
        </p:txBody>
      </p:sp>
      <p:sp>
        <p:nvSpPr>
          <p:cNvPr id="32" name="Shape 37"/>
          <p:cNvSpPr/>
          <p:nvPr/>
        </p:nvSpPr>
        <p:spPr>
          <a:xfrm>
            <a:off x="-17827" y="6249246"/>
            <a:ext cx="6543135" cy="1"/>
          </a:xfrm>
          <a:prstGeom prst="line">
            <a:avLst/>
          </a:prstGeom>
          <a:ln w="12700">
            <a:solidFill>
              <a:srgbClr val="D87C43"/>
            </a:solidFill>
          </a:ln>
        </p:spPr>
        <p:txBody>
          <a:bodyPr lIns="0" tIns="0" rIns="0" bIns="0"/>
          <a:lstStyle/>
          <a:p>
            <a:pPr lvl="0" defTabSz="457200">
              <a:defRPr sz="1200">
                <a:latin typeface="+mj-lt"/>
                <a:ea typeface="+mj-ea"/>
                <a:cs typeface="+mj-cs"/>
                <a:sym typeface="Helvetica"/>
              </a:defRPr>
            </a:pPr>
            <a:endParaRPr/>
          </a:p>
        </p:txBody>
      </p:sp>
      <p:grpSp>
        <p:nvGrpSpPr>
          <p:cNvPr id="8" name="Group 7"/>
          <p:cNvGrpSpPr/>
          <p:nvPr/>
        </p:nvGrpSpPr>
        <p:grpSpPr>
          <a:xfrm>
            <a:off x="6718300" y="869721"/>
            <a:ext cx="2425700" cy="5379525"/>
            <a:chOff x="6426200" y="869721"/>
            <a:chExt cx="2717800" cy="5379525"/>
          </a:xfrm>
        </p:grpSpPr>
        <p:sp>
          <p:nvSpPr>
            <p:cNvPr id="31" name="Shape 36"/>
            <p:cNvSpPr/>
            <p:nvPr userDrawn="1"/>
          </p:nvSpPr>
          <p:spPr>
            <a:xfrm flipV="1">
              <a:off x="7213600" y="869721"/>
              <a:ext cx="1930400" cy="2"/>
            </a:xfrm>
            <a:prstGeom prst="line">
              <a:avLst/>
            </a:prstGeom>
            <a:ln w="38100">
              <a:solidFill>
                <a:srgbClr val="2D81AF"/>
              </a:solidFill>
            </a:ln>
          </p:spPr>
          <p:txBody>
            <a:bodyPr lIns="0" tIns="0" rIns="0" bIns="0"/>
            <a:lstStyle/>
            <a:p>
              <a:pPr lvl="0" defTabSz="457200">
                <a:defRPr sz="1200">
                  <a:latin typeface="+mj-lt"/>
                  <a:ea typeface="+mj-ea"/>
                  <a:cs typeface="+mj-cs"/>
                  <a:sym typeface="Helvetica"/>
                </a:defRPr>
              </a:pPr>
              <a:endParaRPr/>
            </a:p>
          </p:txBody>
        </p:sp>
        <p:sp>
          <p:nvSpPr>
            <p:cNvPr id="33" name="Shape 38"/>
            <p:cNvSpPr/>
            <p:nvPr/>
          </p:nvSpPr>
          <p:spPr>
            <a:xfrm flipV="1">
              <a:off x="6426200" y="6249244"/>
              <a:ext cx="2717800" cy="2"/>
            </a:xfrm>
            <a:prstGeom prst="line">
              <a:avLst/>
            </a:prstGeom>
            <a:ln w="12700">
              <a:solidFill>
                <a:srgbClr val="2D81AF"/>
              </a:solidFill>
            </a:ln>
          </p:spPr>
          <p:txBody>
            <a:bodyPr lIns="0" tIns="0" rIns="0" bIns="0"/>
            <a:lstStyle/>
            <a:p>
              <a:pPr lvl="0" defTabSz="457200">
                <a:defRPr sz="1200">
                  <a:latin typeface="+mj-lt"/>
                  <a:ea typeface="+mj-ea"/>
                  <a:cs typeface="+mj-cs"/>
                  <a:sym typeface="Helvetica"/>
                </a:defRPr>
              </a:pPr>
              <a:endParaRPr/>
            </a:p>
          </p:txBody>
        </p:sp>
      </p:grpSp>
      <p:pic>
        <p:nvPicPr>
          <p:cNvPr id="34" name="pasted-image.pdf"/>
          <p:cNvPicPr>
            <a:picLocks noChangeAspect="1"/>
          </p:cNvPicPr>
          <p:nvPr/>
        </p:nvPicPr>
        <p:blipFill>
          <a:blip r:embed="rId16"/>
          <a:stretch>
            <a:fillRect/>
          </a:stretch>
        </p:blipFill>
        <p:spPr>
          <a:xfrm>
            <a:off x="7244678" y="6497786"/>
            <a:ext cx="1254670" cy="131918"/>
          </a:xfrm>
          <a:prstGeom prst="rect">
            <a:avLst/>
          </a:prstGeom>
          <a:ln w="12700">
            <a:miter lim="400000"/>
          </a:ln>
        </p:spPr>
      </p:pic>
      <p:sp>
        <p:nvSpPr>
          <p:cNvPr id="4" name="Slide Number Placeholder 3"/>
          <p:cNvSpPr>
            <a:spLocks noGrp="1"/>
          </p:cNvSpPr>
          <p:nvPr>
            <p:ph type="sldNum" sz="quarter" idx="4"/>
          </p:nvPr>
        </p:nvSpPr>
        <p:spPr>
          <a:xfrm>
            <a:off x="3484880" y="6364022"/>
            <a:ext cx="2133600" cy="365125"/>
          </a:xfrm>
          <a:prstGeom prst="rect">
            <a:avLst/>
          </a:prstGeom>
        </p:spPr>
        <p:txBody>
          <a:bodyPr vert="horz" lIns="91440" tIns="45720" rIns="91440" bIns="45720" rtlCol="0" anchor="ctr"/>
          <a:lstStyle>
            <a:lvl1pPr algn="ctr">
              <a:defRPr sz="1400">
                <a:solidFill>
                  <a:srgbClr val="2D81AF"/>
                </a:solidFill>
              </a:defRPr>
            </a:lvl1pPr>
          </a:lstStyle>
          <a:p>
            <a:fld id="{851CCF73-8DE0-4D4A-B3BF-D2A5C73C1DC2}" type="slidenum">
              <a:rPr lang="en-US" smtClean="0"/>
              <a:pPr/>
              <a:t>‹#›</a:t>
            </a:fld>
            <a:endParaRPr lang="en-US"/>
          </a:p>
        </p:txBody>
      </p:sp>
      <p:sp>
        <p:nvSpPr>
          <p:cNvPr id="39" name="Shape 8"/>
          <p:cNvSpPr/>
          <p:nvPr/>
        </p:nvSpPr>
        <p:spPr>
          <a:xfrm>
            <a:off x="612648" y="6415517"/>
            <a:ext cx="735779" cy="256480"/>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1200">
                <a:solidFill>
                  <a:srgbClr val="3F3D40"/>
                </a:solidFill>
                <a:latin typeface="Helvetica Neue Light"/>
                <a:ea typeface="Helvetica Neue Light"/>
                <a:cs typeface="Helvetica Neue Light"/>
                <a:sym typeface="Helvetica Neue Light"/>
              </a:defRPr>
            </a:lvl1pPr>
          </a:lstStyle>
          <a:p>
            <a:pPr lvl="0">
              <a:defRPr sz="1800">
                <a:solidFill>
                  <a:srgbClr val="000000"/>
                </a:solidFill>
              </a:defRPr>
            </a:pPr>
            <a:r>
              <a:rPr lang="en-US" sz="1000">
                <a:solidFill>
                  <a:srgbClr val="3F3D40"/>
                </a:solidFill>
              </a:rPr>
              <a:t>INTERNAL</a:t>
            </a:r>
            <a:endParaRPr sz="1000">
              <a:solidFill>
                <a:srgbClr val="3F3D40"/>
              </a:solidFill>
            </a:endParaRPr>
          </a:p>
        </p:txBody>
      </p:sp>
      <p:pic>
        <p:nvPicPr>
          <p:cNvPr id="2" name="Picture 1" descr="V2Solutions_Mark_Only_2014_09_16.png"/>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085918" y="287866"/>
            <a:ext cx="413430" cy="411480"/>
          </a:xfrm>
          <a:prstGeom prst="rect">
            <a:avLst/>
          </a:prstGeom>
        </p:spPr>
      </p:pic>
    </p:spTree>
  </p:cSld>
  <p:clrMap bg1="lt1" tx1="dk1" bg2="lt2" tx2="dk2" accent1="accent1" accent2="accent2" accent3="accent3" accent4="accent4" accent5="accent5" accent6="accent6" hlink="hlink" folHlink="folHlink"/>
  <p:sldLayoutIdLst>
    <p:sldLayoutId id="2147483711" r:id="rId1"/>
    <p:sldLayoutId id="2147483722" r:id="rId2"/>
    <p:sldLayoutId id="2147483727" r:id="rId3"/>
    <p:sldLayoutId id="2147483712" r:id="rId4"/>
    <p:sldLayoutId id="2147483713" r:id="rId5"/>
    <p:sldLayoutId id="2147483714" r:id="rId6"/>
    <p:sldLayoutId id="2147483715" r:id="rId7"/>
    <p:sldLayoutId id="2147483716" r:id="rId8"/>
    <p:sldLayoutId id="2147483729" r:id="rId9"/>
    <p:sldLayoutId id="2147483717" r:id="rId10"/>
    <p:sldLayoutId id="2147483719" r:id="rId11"/>
    <p:sldLayoutId id="2147483723" r:id="rId12"/>
    <p:sldLayoutId id="2147483720" r:id="rId13"/>
    <p:sldLayoutId id="2147483718" r:id="rId14"/>
  </p:sldLayoutIdLst>
  <p:hf hdr="0" ftr="0" dt="0"/>
  <p:txStyles>
    <p:titleStyle>
      <a:lvl1pPr algn="l" rtl="0" eaLnBrk="1" latinLnBrk="0" hangingPunct="1">
        <a:spcBef>
          <a:spcPct val="0"/>
        </a:spcBef>
        <a:buNone/>
        <a:defRPr kumimoji="0" sz="2800" b="1" kern="1200">
          <a:solidFill>
            <a:srgbClr val="494342"/>
          </a:solidFill>
          <a:latin typeface="+mj-lt"/>
          <a:ea typeface="+mj-ea"/>
          <a:cs typeface="+mj-cs"/>
        </a:defRPr>
      </a:lvl1pPr>
    </p:titleStyle>
    <p:bodyStyle>
      <a:lvl1pPr marL="320040" indent="-320040" algn="l" rtl="0" eaLnBrk="1" latinLnBrk="0" hangingPunct="1">
        <a:spcBef>
          <a:spcPts val="700"/>
        </a:spcBef>
        <a:buClr>
          <a:schemeClr val="bg2"/>
        </a:buClr>
        <a:buSzPct val="70000"/>
        <a:buFont typeface="Wingdings" charset="2"/>
        <a:buChar char=""/>
        <a:defRPr kumimoji="0" sz="2900" b="0" i="0" kern="1200">
          <a:solidFill>
            <a:schemeClr val="tx1"/>
          </a:solidFill>
          <a:latin typeface="Arial"/>
          <a:ea typeface="+mn-ea"/>
          <a:cs typeface="Arial"/>
        </a:defRPr>
      </a:lvl1pPr>
      <a:lvl2pPr marL="640080" indent="-274320" algn="l" rtl="0" eaLnBrk="1" latinLnBrk="0" hangingPunct="1">
        <a:spcBef>
          <a:spcPts val="550"/>
        </a:spcBef>
        <a:buClr>
          <a:schemeClr val="accent1"/>
        </a:buClr>
        <a:buSzPct val="60000"/>
        <a:buFont typeface="Wingdings" charset="2"/>
        <a:buChar char=""/>
        <a:defRPr kumimoji="0" sz="2600" b="0" i="0" kern="1200">
          <a:solidFill>
            <a:schemeClr val="tx1"/>
          </a:solidFill>
          <a:latin typeface="Gill Sans Light"/>
          <a:ea typeface="+mn-ea"/>
          <a:cs typeface="Gill Sans Light"/>
        </a:defRPr>
      </a:lvl2pPr>
      <a:lvl3pPr marL="914400" indent="-228600" algn="l" rtl="0" eaLnBrk="1" latinLnBrk="0" hangingPunct="1">
        <a:spcBef>
          <a:spcPts val="500"/>
        </a:spcBef>
        <a:buClr>
          <a:schemeClr val="tx2"/>
        </a:buClr>
        <a:buSzPct val="125000"/>
        <a:buFont typeface="Arial"/>
        <a:buChar char="•"/>
        <a:defRPr kumimoji="0" sz="2300" b="0" i="0" kern="1200">
          <a:solidFill>
            <a:schemeClr val="tx1"/>
          </a:solidFill>
          <a:latin typeface="Gill Sans Light"/>
          <a:ea typeface="+mn-ea"/>
          <a:cs typeface="Gill Sans Light"/>
        </a:defRPr>
      </a:lvl3pPr>
      <a:lvl4pPr marL="1371600" indent="-228600" algn="l" rtl="0" eaLnBrk="1" latinLnBrk="0" hangingPunct="1">
        <a:spcBef>
          <a:spcPts val="400"/>
        </a:spcBef>
        <a:buClr>
          <a:schemeClr val="tx2"/>
        </a:buClr>
        <a:buSzPct val="120000"/>
        <a:buFont typeface="Arial"/>
        <a:buChar char="•"/>
        <a:defRPr kumimoji="0" sz="2000" b="0" i="0" kern="1200">
          <a:solidFill>
            <a:schemeClr val="tx1"/>
          </a:solidFill>
          <a:latin typeface="Gill Sans Light"/>
          <a:ea typeface="+mn-ea"/>
          <a:cs typeface="Gill Sans Light"/>
        </a:defRPr>
      </a:lvl4pPr>
      <a:lvl5pPr marL="1828800" indent="-228600" algn="l" rtl="0" eaLnBrk="1" latinLnBrk="0" hangingPunct="1">
        <a:spcBef>
          <a:spcPts val="400"/>
        </a:spcBef>
        <a:buClr>
          <a:schemeClr val="tx2"/>
        </a:buClr>
        <a:buSzPct val="115000"/>
        <a:buFont typeface="Arial"/>
        <a:buChar char="•"/>
        <a:defRPr kumimoji="0" sz="2000" b="0" i="0" kern="1200">
          <a:solidFill>
            <a:schemeClr val="tx1"/>
          </a:solidFill>
          <a:latin typeface="Gill Sans Light"/>
          <a:ea typeface="+mn-ea"/>
          <a:cs typeface="Gill Sans Light"/>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Unified Agent Led Shopping</a:t>
            </a:r>
          </a:p>
        </p:txBody>
      </p:sp>
      <p:sp>
        <p:nvSpPr>
          <p:cNvPr id="3" name="Text Placeholder 2"/>
          <p:cNvSpPr>
            <a:spLocks noGrp="1"/>
          </p:cNvSpPr>
          <p:nvPr>
            <p:ph type="body" sz="quarter" idx="10"/>
          </p:nvPr>
        </p:nvSpPr>
        <p:spPr/>
        <p:txBody>
          <a:bodyPr vert="horz" lIns="91440" tIns="45720" rIns="91440" bIns="45720" anchor="t">
            <a:normAutofit/>
          </a:bodyPr>
          <a:lstStyle/>
          <a:p>
            <a:r>
              <a:rPr lang="en-US"/>
              <a:t>March Month Report</a:t>
            </a:r>
          </a:p>
        </p:txBody>
      </p:sp>
    </p:spTree>
    <p:extLst>
      <p:ext uri="{BB962C8B-B14F-4D97-AF65-F5344CB8AC3E}">
        <p14:creationId xmlns:p14="http://schemas.microsoft.com/office/powerpoint/2010/main" val="1377582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Agenda</a:t>
            </a:r>
          </a:p>
        </p:txBody>
      </p:sp>
      <p:sp>
        <p:nvSpPr>
          <p:cNvPr id="4" name="Slide Number Placeholder 3"/>
          <p:cNvSpPr>
            <a:spLocks noGrp="1"/>
          </p:cNvSpPr>
          <p:nvPr>
            <p:ph type="sldNum" sz="quarter" idx="11"/>
          </p:nvPr>
        </p:nvSpPr>
        <p:spPr/>
        <p:txBody>
          <a:bodyPr/>
          <a:lstStyle/>
          <a:p>
            <a:fld id="{851CCF73-8DE0-4D4A-B3BF-D2A5C73C1DC2}" type="slidenum">
              <a:rPr lang="en-US" smtClean="0"/>
              <a:pPr/>
              <a:t>2</a:t>
            </a:fld>
            <a:endParaRPr lang="en-US"/>
          </a:p>
        </p:txBody>
      </p:sp>
      <p:sp>
        <p:nvSpPr>
          <p:cNvPr id="2" name="Content Placeholder 1"/>
          <p:cNvSpPr>
            <a:spLocks noGrp="1"/>
          </p:cNvSpPr>
          <p:nvPr>
            <p:ph sz="quarter" idx="1"/>
          </p:nvPr>
        </p:nvSpPr>
        <p:spPr/>
        <p:txBody>
          <a:bodyPr/>
          <a:lstStyle/>
          <a:p>
            <a:pPr lvl="0"/>
            <a:r>
              <a:rPr lang="en-US"/>
              <a:t>Review of last month</a:t>
            </a:r>
            <a:endParaRPr lang="en-IN"/>
          </a:p>
          <a:p>
            <a:pPr lvl="1"/>
            <a:r>
              <a:rPr lang="en-US"/>
              <a:t>List of goals achieved in each sprint</a:t>
            </a:r>
            <a:endParaRPr lang="en-IN"/>
          </a:p>
          <a:p>
            <a:pPr lvl="1"/>
            <a:r>
              <a:rPr lang="en-US"/>
              <a:t>Key takeaways other than goals</a:t>
            </a:r>
            <a:endParaRPr lang="en-IN"/>
          </a:p>
          <a:p>
            <a:pPr lvl="0"/>
            <a:r>
              <a:rPr lang="en-US"/>
              <a:t>Current State</a:t>
            </a:r>
            <a:endParaRPr lang="en-IN"/>
          </a:p>
          <a:p>
            <a:pPr lvl="1"/>
            <a:r>
              <a:rPr lang="en-US"/>
              <a:t>Challenges and Mitigation plans </a:t>
            </a:r>
            <a:endParaRPr lang="en-IN"/>
          </a:p>
          <a:p>
            <a:pPr lvl="0"/>
            <a:r>
              <a:rPr lang="en-US"/>
              <a:t>Road Ahead</a:t>
            </a:r>
            <a:endParaRPr lang="en-IN"/>
          </a:p>
          <a:p>
            <a:pPr lvl="1"/>
            <a:r>
              <a:rPr lang="en-US"/>
              <a:t>Product Roadmap (next month, next quarter, long term)</a:t>
            </a:r>
            <a:endParaRPr lang="en-IN"/>
          </a:p>
          <a:p>
            <a:pPr lvl="1"/>
            <a:r>
              <a:rPr lang="en-US"/>
              <a:t>Resource requirements</a:t>
            </a:r>
            <a:endParaRPr lang="en-IN"/>
          </a:p>
          <a:p>
            <a:pPr lvl="1"/>
            <a:r>
              <a:rPr lang="en-US"/>
              <a:t>Skill upgrades</a:t>
            </a:r>
            <a:endParaRPr lang="en-IN"/>
          </a:p>
        </p:txBody>
      </p:sp>
    </p:spTree>
    <p:extLst>
      <p:ext uri="{BB962C8B-B14F-4D97-AF65-F5344CB8AC3E}">
        <p14:creationId xmlns:p14="http://schemas.microsoft.com/office/powerpoint/2010/main" val="1718667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IN" sz="2800" b="1">
                <a:solidFill>
                  <a:schemeClr val="tx1">
                    <a:lumMod val="75000"/>
                  </a:schemeClr>
                </a:solidFill>
                <a:latin typeface="+mj-lt"/>
              </a:rPr>
              <a:t>Goals Achieved	</a:t>
            </a:r>
          </a:p>
        </p:txBody>
      </p:sp>
      <p:sp>
        <p:nvSpPr>
          <p:cNvPr id="3" name="Slide Number Placeholder 2"/>
          <p:cNvSpPr>
            <a:spLocks noGrp="1"/>
          </p:cNvSpPr>
          <p:nvPr>
            <p:ph type="sldNum" sz="quarter" idx="11"/>
          </p:nvPr>
        </p:nvSpPr>
        <p:spPr/>
        <p:txBody>
          <a:bodyPr/>
          <a:lstStyle/>
          <a:p>
            <a:fld id="{851CCF73-8DE0-4D4A-B3BF-D2A5C73C1DC2}" type="slidenum">
              <a:rPr lang="en-US" smtClean="0"/>
              <a:pPr/>
              <a:t>3</a:t>
            </a:fld>
            <a:endParaRPr lang="en-US"/>
          </a:p>
        </p:txBody>
      </p:sp>
      <p:sp>
        <p:nvSpPr>
          <p:cNvPr id="6" name="Content Placeholder 5">
            <a:extLst>
              <a:ext uri="{FF2B5EF4-FFF2-40B4-BE49-F238E27FC236}">
                <a16:creationId xmlns:a16="http://schemas.microsoft.com/office/drawing/2014/main" id="{EF224E65-5838-4B62-BE09-67B4659ACCF3}"/>
              </a:ext>
            </a:extLst>
          </p:cNvPr>
          <p:cNvSpPr>
            <a:spLocks noGrp="1"/>
          </p:cNvSpPr>
          <p:nvPr>
            <p:ph sz="quarter" idx="1"/>
          </p:nvPr>
        </p:nvSpPr>
        <p:spPr>
          <a:xfrm>
            <a:off x="625349" y="1206502"/>
            <a:ext cx="7890763" cy="4749917"/>
          </a:xfrm>
        </p:spPr>
        <p:txBody>
          <a:bodyPr vert="horz" lIns="91440" tIns="45720" rIns="91440" bIns="45720" anchor="t">
            <a:normAutofit/>
          </a:bodyPr>
          <a:lstStyle/>
          <a:p>
            <a:pPr marL="0" indent="0">
              <a:buNone/>
            </a:pPr>
            <a:r>
              <a:rPr lang="en-US" b="1"/>
              <a:t>Completed</a:t>
            </a:r>
            <a:endParaRPr lang="en-US" sz="1400"/>
          </a:p>
          <a:p>
            <a:r>
              <a:rPr lang="en-US" sz="1400" b="1"/>
              <a:t>Guided Shopping &amp; Purchase:</a:t>
            </a:r>
            <a:br>
              <a:rPr lang="en-US" sz="1400" b="1" dirty="0"/>
            </a:br>
            <a:r>
              <a:rPr lang="en-US" sz="1400"/>
              <a:t> Enhanced lender research and product recommendation flows, fixed onboarding and routing issues, enabled refinance input collection, and improved rate check tracking and error handling. </a:t>
            </a:r>
            <a:endParaRPr lang="en-US" sz="1400" dirty="0"/>
          </a:p>
          <a:p>
            <a:r>
              <a:rPr lang="en-US" sz="1400" b="1"/>
              <a:t>Agent &amp; Platform:</a:t>
            </a:r>
            <a:br>
              <a:rPr lang="en-US" sz="1400" b="1" dirty="0"/>
            </a:br>
            <a:r>
              <a:rPr lang="en-US" sz="1400"/>
              <a:t> Upgraded APIs to .NET 10, improved agent delegation, reduced response inconsistencies, refactored guardrails and subgraph execution, and expanded evaluation automation. </a:t>
            </a:r>
            <a:endParaRPr lang="en-US"/>
          </a:p>
          <a:p>
            <a:r>
              <a:rPr lang="en-US" sz="1400" b="1" dirty="0"/>
              <a:t>UI &amp; Experience:</a:t>
            </a:r>
            <a:br>
              <a:rPr lang="en-US" sz="1400" b="1" dirty="0"/>
            </a:br>
            <a:r>
              <a:rPr lang="en-US" sz="1400" dirty="0"/>
              <a:t> Finalized landing page, resolved mobile/staging UI issues, optimized </a:t>
            </a:r>
            <a:r>
              <a:rPr lang="en-US" sz="1400" dirty="0" err="1"/>
              <a:t>ChatComponent</a:t>
            </a:r>
            <a:r>
              <a:rPr lang="en-US" sz="1400" dirty="0"/>
              <a:t> performance, improved accessibility/metadata, and enhanced offer UI (FHA/VA flags, CX rating prompts). </a:t>
            </a:r>
            <a:endParaRPr lang="en-US" dirty="0"/>
          </a:p>
          <a:p>
            <a:r>
              <a:rPr lang="en-US" sz="1400" b="1"/>
              <a:t>Automation &amp; Quality:</a:t>
            </a:r>
            <a:br>
              <a:rPr lang="en-US" sz="1400" b="1" dirty="0"/>
            </a:br>
            <a:r>
              <a:rPr lang="en-US" sz="1400"/>
              <a:t> Strengthened eval coverage for lender flows, DNC handling, and recommendation accuracy; improved testing, observability, and reliability. </a:t>
            </a:r>
            <a:endParaRPr lang="en-US"/>
          </a:p>
          <a:p>
            <a:r>
              <a:rPr lang="en-US" sz="1400" b="1"/>
              <a:t>UX &amp; Experiments:</a:t>
            </a:r>
            <a:br>
              <a:rPr lang="en-US" sz="1400" b="1" dirty="0"/>
            </a:br>
            <a:r>
              <a:rPr lang="en-US" sz="1400"/>
              <a:t> Delivered homepage persona testing, CTAs, and chat-driven engagement experiments.</a:t>
            </a:r>
            <a:endParaRPr lang="en-US"/>
          </a:p>
          <a:p>
            <a:endParaRPr lang="en-US" sz="1400"/>
          </a:p>
          <a:p>
            <a:endParaRPr lang="en-US" sz="1400"/>
          </a:p>
          <a:p>
            <a:pPr marL="0" indent="0">
              <a:buNone/>
            </a:pPr>
            <a:endParaRPr lang="en-US" sz="1400"/>
          </a:p>
          <a:p>
            <a:endParaRPr lang="en-US" sz="1400"/>
          </a:p>
        </p:txBody>
      </p:sp>
    </p:spTree>
    <p:extLst>
      <p:ext uri="{BB962C8B-B14F-4D97-AF65-F5344CB8AC3E}">
        <p14:creationId xmlns:p14="http://schemas.microsoft.com/office/powerpoint/2010/main" val="404143373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BCAFA42-0DD2-CDFE-415C-62B46E636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7A1FA-8D08-7D24-4000-ED206403124F}"/>
              </a:ext>
            </a:extLst>
          </p:cNvPr>
          <p:cNvSpPr>
            <a:spLocks noGrp="1"/>
          </p:cNvSpPr>
          <p:nvPr>
            <p:ph type="title"/>
          </p:nvPr>
        </p:nvSpPr>
        <p:spPr/>
        <p:txBody>
          <a:bodyPr>
            <a:normAutofit/>
          </a:bodyPr>
          <a:lstStyle/>
          <a:p>
            <a:pPr lvl="1"/>
            <a:r>
              <a:rPr lang="en-IN" sz="2800" b="1">
                <a:solidFill>
                  <a:schemeClr val="tx1">
                    <a:lumMod val="75000"/>
                  </a:schemeClr>
                </a:solidFill>
                <a:latin typeface="+mj-lt"/>
              </a:rPr>
              <a:t>Carry Over	</a:t>
            </a:r>
          </a:p>
        </p:txBody>
      </p:sp>
      <p:sp>
        <p:nvSpPr>
          <p:cNvPr id="3" name="Slide Number Placeholder 2">
            <a:extLst>
              <a:ext uri="{FF2B5EF4-FFF2-40B4-BE49-F238E27FC236}">
                <a16:creationId xmlns:a16="http://schemas.microsoft.com/office/drawing/2014/main" id="{D21A2568-B39A-F5DB-72DB-24B2EF240273}"/>
              </a:ext>
            </a:extLst>
          </p:cNvPr>
          <p:cNvSpPr>
            <a:spLocks noGrp="1"/>
          </p:cNvSpPr>
          <p:nvPr>
            <p:ph type="sldNum" sz="quarter" idx="11"/>
          </p:nvPr>
        </p:nvSpPr>
        <p:spPr/>
        <p:txBody>
          <a:bodyPr/>
          <a:lstStyle/>
          <a:p>
            <a:fld id="{851CCF73-8DE0-4D4A-B3BF-D2A5C73C1DC2}" type="slidenum">
              <a:rPr lang="en-US" smtClean="0"/>
              <a:pPr/>
              <a:t>4</a:t>
            </a:fld>
            <a:endParaRPr lang="en-US"/>
          </a:p>
        </p:txBody>
      </p:sp>
      <p:sp>
        <p:nvSpPr>
          <p:cNvPr id="6" name="Content Placeholder 5">
            <a:extLst>
              <a:ext uri="{FF2B5EF4-FFF2-40B4-BE49-F238E27FC236}">
                <a16:creationId xmlns:a16="http://schemas.microsoft.com/office/drawing/2014/main" id="{7744F91C-8359-85D9-1D16-7A7C9842AB3D}"/>
              </a:ext>
            </a:extLst>
          </p:cNvPr>
          <p:cNvSpPr>
            <a:spLocks noGrp="1"/>
          </p:cNvSpPr>
          <p:nvPr>
            <p:ph sz="quarter" idx="1"/>
          </p:nvPr>
        </p:nvSpPr>
        <p:spPr>
          <a:xfrm>
            <a:off x="625349" y="1206502"/>
            <a:ext cx="7890763" cy="4749917"/>
          </a:xfrm>
        </p:spPr>
        <p:txBody>
          <a:bodyPr vert="horz" lIns="91440" tIns="45720" rIns="91440" bIns="45720" anchor="t">
            <a:normAutofit/>
          </a:bodyPr>
          <a:lstStyle/>
          <a:p>
            <a:pPr>
              <a:lnSpc>
                <a:spcPct val="120000"/>
              </a:lnSpc>
              <a:buNone/>
            </a:pPr>
            <a:r>
              <a:rPr lang="en-US" sz="1800" b="1"/>
              <a:t>V2Solutions :</a:t>
            </a:r>
          </a:p>
          <a:p>
            <a:r>
              <a:rPr lang="en-US" sz="1200"/>
              <a:t>UALS 2026 (3.1): 2/23-3/09 : </a:t>
            </a:r>
            <a:r>
              <a:rPr lang="en-US" sz="1200" b="1"/>
              <a:t>(2 points)</a:t>
            </a:r>
          </a:p>
          <a:p>
            <a:r>
              <a:rPr lang="en-US" sz="1200"/>
              <a:t>UALS 2026 (3.2): 3/09-3/23 : </a:t>
            </a:r>
            <a:r>
              <a:rPr lang="en-US" sz="1200" b="1"/>
              <a:t>(0 points)</a:t>
            </a:r>
            <a:endParaRPr lang="en-US"/>
          </a:p>
          <a:p>
            <a:endParaRPr lang="en-US" sz="1200" b="1"/>
          </a:p>
          <a:p>
            <a:pPr marL="0" indent="0">
              <a:lnSpc>
                <a:spcPct val="120000"/>
              </a:lnSpc>
              <a:buNone/>
            </a:pPr>
            <a:r>
              <a:rPr lang="en-US" sz="1800" b="1"/>
              <a:t>LendingTree :</a:t>
            </a:r>
            <a:endParaRPr lang="en-US" sz="1200" b="1"/>
          </a:p>
          <a:p>
            <a:r>
              <a:rPr lang="en-US" sz="1200"/>
              <a:t>UALS 2026 (3.1): 2/23-3/09 : </a:t>
            </a:r>
            <a:r>
              <a:rPr lang="en-US" sz="1200" b="1"/>
              <a:t>(18 points)</a:t>
            </a:r>
            <a:endParaRPr lang="en-US" sz="1200"/>
          </a:p>
          <a:p>
            <a:r>
              <a:rPr lang="en-US" sz="1200"/>
              <a:t>UALS 2026 (3.2): 3/09-3/23 : </a:t>
            </a:r>
            <a:r>
              <a:rPr lang="en-US" sz="1200" b="1"/>
              <a:t>(0 points)</a:t>
            </a:r>
            <a:endParaRPr lang="en-US"/>
          </a:p>
          <a:p>
            <a:endParaRPr lang="en-US" sz="1600" strike="sngStrike"/>
          </a:p>
        </p:txBody>
      </p:sp>
    </p:spTree>
    <p:extLst>
      <p:ext uri="{BB962C8B-B14F-4D97-AF65-F5344CB8AC3E}">
        <p14:creationId xmlns:p14="http://schemas.microsoft.com/office/powerpoint/2010/main" val="339742246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63E56-E453-621B-3942-04C5C3924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1CD6B-2822-84A9-700C-B1775B69241C}"/>
              </a:ext>
            </a:extLst>
          </p:cNvPr>
          <p:cNvSpPr>
            <a:spLocks noGrp="1"/>
          </p:cNvSpPr>
          <p:nvPr>
            <p:ph type="title"/>
          </p:nvPr>
        </p:nvSpPr>
        <p:spPr/>
        <p:txBody>
          <a:bodyPr>
            <a:normAutofit/>
          </a:bodyPr>
          <a:lstStyle/>
          <a:p>
            <a:pPr lvl="1"/>
            <a:r>
              <a:rPr lang="en-IN" sz="2800" b="1">
                <a:solidFill>
                  <a:schemeClr val="tx1">
                    <a:lumMod val="75000"/>
                  </a:schemeClr>
                </a:solidFill>
                <a:latin typeface="+mj-lt"/>
              </a:rPr>
              <a:t>Reopen Tickets	</a:t>
            </a:r>
          </a:p>
        </p:txBody>
      </p:sp>
      <p:sp>
        <p:nvSpPr>
          <p:cNvPr id="3" name="Slide Number Placeholder 2">
            <a:extLst>
              <a:ext uri="{FF2B5EF4-FFF2-40B4-BE49-F238E27FC236}">
                <a16:creationId xmlns:a16="http://schemas.microsoft.com/office/drawing/2014/main" id="{3F9EB317-0A65-0271-BDA3-415EC7B2EA99}"/>
              </a:ext>
            </a:extLst>
          </p:cNvPr>
          <p:cNvSpPr>
            <a:spLocks noGrp="1"/>
          </p:cNvSpPr>
          <p:nvPr>
            <p:ph type="sldNum" sz="quarter" idx="11"/>
          </p:nvPr>
        </p:nvSpPr>
        <p:spPr/>
        <p:txBody>
          <a:bodyPr/>
          <a:lstStyle/>
          <a:p>
            <a:fld id="{851CCF73-8DE0-4D4A-B3BF-D2A5C73C1DC2}" type="slidenum">
              <a:rPr lang="en-US" smtClean="0"/>
              <a:pPr/>
              <a:t>5</a:t>
            </a:fld>
            <a:endParaRPr lang="en-US"/>
          </a:p>
        </p:txBody>
      </p:sp>
      <p:sp>
        <p:nvSpPr>
          <p:cNvPr id="6" name="Content Placeholder 5">
            <a:extLst>
              <a:ext uri="{FF2B5EF4-FFF2-40B4-BE49-F238E27FC236}">
                <a16:creationId xmlns:a16="http://schemas.microsoft.com/office/drawing/2014/main" id="{D84AC685-2662-62EC-6FA3-6DB259531981}"/>
              </a:ext>
            </a:extLst>
          </p:cNvPr>
          <p:cNvSpPr>
            <a:spLocks noGrp="1"/>
          </p:cNvSpPr>
          <p:nvPr>
            <p:ph sz="quarter" idx="1"/>
          </p:nvPr>
        </p:nvSpPr>
        <p:spPr>
          <a:xfrm>
            <a:off x="625349" y="1206502"/>
            <a:ext cx="7890763" cy="4749917"/>
          </a:xfrm>
        </p:spPr>
        <p:txBody>
          <a:bodyPr vert="horz" lIns="91440" tIns="45720" rIns="91440" bIns="45720" anchor="t">
            <a:normAutofit/>
          </a:bodyPr>
          <a:lstStyle/>
          <a:p>
            <a:pPr>
              <a:lnSpc>
                <a:spcPct val="120000"/>
              </a:lnSpc>
              <a:buNone/>
            </a:pPr>
            <a:r>
              <a:rPr lang="en-US" sz="1400" b="1"/>
              <a:t>V2Solutions :</a:t>
            </a:r>
            <a:endParaRPr lang="en-US" sz="1200" b="1">
              <a:latin typeface="Arial"/>
              <a:cs typeface="Arial"/>
            </a:endParaRPr>
          </a:p>
          <a:p>
            <a:r>
              <a:rPr lang="en-US" sz="1400"/>
              <a:t>UALS 2026 (3.1): 2/23-3/09 : </a:t>
            </a:r>
            <a:r>
              <a:rPr lang="en-US" sz="1400" b="1"/>
              <a:t>(4 points)</a:t>
            </a:r>
          </a:p>
          <a:p>
            <a:r>
              <a:rPr lang="en-US" sz="1400"/>
              <a:t>UALS 2026 (3.1): 3/09-3/23 : </a:t>
            </a:r>
            <a:r>
              <a:rPr lang="en-US" sz="1400" b="1"/>
              <a:t>(2 points)</a:t>
            </a:r>
            <a:endParaRPr lang="en-US" sz="1400"/>
          </a:p>
          <a:p>
            <a:endParaRPr lang="en-US" sz="1400" b="1" dirty="0"/>
          </a:p>
          <a:p>
            <a:endParaRPr lang="en-US" sz="1400" b="1" strike="sngStrike" dirty="0">
              <a:cs typeface="Arial"/>
            </a:endParaRPr>
          </a:p>
          <a:p>
            <a:pPr marL="617220" lvl="2" indent="-342900">
              <a:buClr>
                <a:srgbClr val="D87C43"/>
              </a:buClr>
              <a:buAutoNum type="arabicPeriod"/>
            </a:pPr>
            <a:endParaRPr lang="en-US" sz="1200" b="1">
              <a:cs typeface="Arial"/>
            </a:endParaRPr>
          </a:p>
          <a:p>
            <a:pPr marL="274320" lvl="2" indent="0">
              <a:spcBef>
                <a:spcPts val="700"/>
              </a:spcBef>
              <a:buClr>
                <a:schemeClr val="bg2"/>
              </a:buClr>
              <a:buSzPct val="70000"/>
              <a:buNone/>
            </a:pPr>
            <a:endParaRPr lang="en-US" sz="1200" b="1">
              <a:latin typeface="Arial"/>
              <a:cs typeface="Arial"/>
            </a:endParaRPr>
          </a:p>
        </p:txBody>
      </p:sp>
    </p:spTree>
    <p:extLst>
      <p:ext uri="{BB962C8B-B14F-4D97-AF65-F5344CB8AC3E}">
        <p14:creationId xmlns:p14="http://schemas.microsoft.com/office/powerpoint/2010/main" val="1875151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sz="2800"/>
              <a:t>Key takeaways other than goals</a:t>
            </a:r>
            <a:endParaRPr lang="en-IN" sz="2800" b="1">
              <a:solidFill>
                <a:schemeClr val="tx1">
                  <a:lumMod val="75000"/>
                </a:schemeClr>
              </a:solidFill>
              <a:latin typeface="+mj-lt"/>
            </a:endParaRPr>
          </a:p>
        </p:txBody>
      </p:sp>
      <p:sp>
        <p:nvSpPr>
          <p:cNvPr id="3" name="Slide Number Placeholder 2"/>
          <p:cNvSpPr>
            <a:spLocks noGrp="1"/>
          </p:cNvSpPr>
          <p:nvPr>
            <p:ph type="sldNum" sz="quarter" idx="11"/>
          </p:nvPr>
        </p:nvSpPr>
        <p:spPr/>
        <p:txBody>
          <a:bodyPr/>
          <a:lstStyle/>
          <a:p>
            <a:fld id="{851CCF73-8DE0-4D4A-B3BF-D2A5C73C1DC2}" type="slidenum">
              <a:rPr lang="en-US" smtClean="0"/>
              <a:pPr/>
              <a:t>6</a:t>
            </a:fld>
            <a:endParaRPr lang="en-US"/>
          </a:p>
        </p:txBody>
      </p:sp>
      <p:sp>
        <p:nvSpPr>
          <p:cNvPr id="6" name="Content Placeholder 5">
            <a:extLst>
              <a:ext uri="{FF2B5EF4-FFF2-40B4-BE49-F238E27FC236}">
                <a16:creationId xmlns:a16="http://schemas.microsoft.com/office/drawing/2014/main" id="{EF224E65-5838-4B62-BE09-67B4659ACCF3}"/>
              </a:ext>
            </a:extLst>
          </p:cNvPr>
          <p:cNvSpPr>
            <a:spLocks noGrp="1"/>
          </p:cNvSpPr>
          <p:nvPr>
            <p:ph sz="quarter" idx="1"/>
          </p:nvPr>
        </p:nvSpPr>
        <p:spPr/>
        <p:txBody>
          <a:bodyPr>
            <a:normAutofit/>
          </a:bodyPr>
          <a:lstStyle/>
          <a:p>
            <a:r>
              <a:rPr lang="en-IN" sz="2800">
                <a:solidFill>
                  <a:schemeClr val="accent6">
                    <a:lumMod val="50000"/>
                  </a:schemeClr>
                </a:solidFill>
                <a:latin typeface="Gill Sans Light"/>
              </a:rPr>
              <a:t>2025:</a:t>
            </a:r>
          </a:p>
          <a:p>
            <a:r>
              <a:rPr lang="en-US" sz="2100">
                <a:latin typeface="Gill Sans Light"/>
              </a:rPr>
              <a:t>N/A</a:t>
            </a:r>
          </a:p>
          <a:p>
            <a:pPr marL="457200" indent="-457200">
              <a:buClr>
                <a:schemeClr val="tx1">
                  <a:lumMod val="60000"/>
                  <a:lumOff val="40000"/>
                </a:schemeClr>
              </a:buClr>
              <a:buSzPct val="100000"/>
              <a:buFont typeface="+mj-lt"/>
              <a:buAutoNum type="arabicPeriod"/>
            </a:pPr>
            <a:endParaRPr lang="en-US" sz="2000">
              <a:latin typeface="Gill Sans Light"/>
            </a:endParaRPr>
          </a:p>
          <a:p>
            <a:pPr marL="457200" marR="0" indent="-457200">
              <a:spcAft>
                <a:spcPts val="0"/>
              </a:spcAft>
              <a:buClr>
                <a:schemeClr val="tx1">
                  <a:lumMod val="60000"/>
                  <a:lumOff val="40000"/>
                </a:schemeClr>
              </a:buClr>
              <a:buSzPct val="100000"/>
              <a:buFont typeface="+mj-lt"/>
              <a:buAutoNum type="arabicPeriod"/>
            </a:pPr>
            <a:endParaRPr lang="en-US" sz="2000">
              <a:solidFill>
                <a:srgbClr val="545454"/>
              </a:solidFill>
              <a:latin typeface="Gill Sans Light"/>
            </a:endParaRPr>
          </a:p>
          <a:p>
            <a:pPr marL="457200" marR="0" indent="-457200">
              <a:spcAft>
                <a:spcPts val="0"/>
              </a:spcAft>
              <a:buClr>
                <a:schemeClr val="tx1">
                  <a:lumMod val="60000"/>
                  <a:lumOff val="40000"/>
                </a:schemeClr>
              </a:buClr>
              <a:buSzPct val="100000"/>
              <a:buFont typeface="+mj-lt"/>
              <a:buAutoNum type="arabicPeriod"/>
            </a:pPr>
            <a:endParaRPr lang="en-US" sz="2000">
              <a:solidFill>
                <a:srgbClr val="545454"/>
              </a:solidFill>
              <a:latin typeface="Gill Sans Light"/>
            </a:endParaRPr>
          </a:p>
          <a:p>
            <a:endParaRPr lang="en-US" sz="1800" b="0" i="0">
              <a:solidFill>
                <a:srgbClr val="242424"/>
              </a:solidFill>
              <a:effectLst/>
              <a:latin typeface="Calibri" panose="020F0502020204030204" pitchFamily="34" charset="0"/>
            </a:endParaRPr>
          </a:p>
          <a:p>
            <a:endParaRPr lang="en-US" sz="2200">
              <a:solidFill>
                <a:schemeClr val="accent6">
                  <a:lumMod val="50000"/>
                </a:schemeClr>
              </a:solidFill>
              <a:latin typeface="Gill Sans Light"/>
            </a:endParaRPr>
          </a:p>
          <a:p>
            <a:endParaRPr lang="en-US" sz="2200">
              <a:latin typeface="Gill Sans Light"/>
            </a:endParaRPr>
          </a:p>
          <a:p>
            <a:endParaRPr lang="en-US" sz="2200">
              <a:latin typeface="Gill Sans Light"/>
            </a:endParaRPr>
          </a:p>
          <a:p>
            <a:endParaRPr lang="en-US" sz="2200">
              <a:latin typeface="Gill Sans Light"/>
            </a:endParaRPr>
          </a:p>
          <a:p>
            <a:endParaRPr lang="en-US" sz="2200">
              <a:latin typeface="Gill Sans Light"/>
            </a:endParaRPr>
          </a:p>
          <a:p>
            <a:pPr marL="0" indent="0">
              <a:buNone/>
            </a:pPr>
            <a:endParaRPr lang="en-US" sz="2200">
              <a:latin typeface="Gill Sans Light"/>
            </a:endParaRPr>
          </a:p>
          <a:p>
            <a:pPr marL="0" indent="0">
              <a:buNone/>
            </a:pPr>
            <a:endParaRPr lang="en-IN">
              <a:solidFill>
                <a:schemeClr val="accent6">
                  <a:lumMod val="50000"/>
                </a:schemeClr>
              </a:solidFill>
            </a:endParaRPr>
          </a:p>
        </p:txBody>
      </p:sp>
    </p:spTree>
    <p:extLst>
      <p:ext uri="{BB962C8B-B14F-4D97-AF65-F5344CB8AC3E}">
        <p14:creationId xmlns:p14="http://schemas.microsoft.com/office/powerpoint/2010/main" val="343457957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Challenges Faced and Mitigation plan</a:t>
            </a:r>
          </a:p>
        </p:txBody>
      </p:sp>
      <p:sp>
        <p:nvSpPr>
          <p:cNvPr id="3" name="Slide Number Placeholder 2"/>
          <p:cNvSpPr>
            <a:spLocks noGrp="1"/>
          </p:cNvSpPr>
          <p:nvPr>
            <p:ph type="sldNum" sz="quarter" idx="11"/>
          </p:nvPr>
        </p:nvSpPr>
        <p:spPr/>
        <p:txBody>
          <a:bodyPr/>
          <a:lstStyle/>
          <a:p>
            <a:fld id="{851CCF73-8DE0-4D4A-B3BF-D2A5C73C1DC2}" type="slidenum">
              <a:rPr lang="en-US" smtClean="0"/>
              <a:pPr/>
              <a:t>7</a:t>
            </a:fld>
            <a:endParaRPr lang="en-US"/>
          </a:p>
        </p:txBody>
      </p:sp>
      <p:sp>
        <p:nvSpPr>
          <p:cNvPr id="5" name="Content Placeholder 5">
            <a:extLst>
              <a:ext uri="{FF2B5EF4-FFF2-40B4-BE49-F238E27FC236}">
                <a16:creationId xmlns:a16="http://schemas.microsoft.com/office/drawing/2014/main" id="{D30AFF47-78AC-45C0-A1AA-2DAA028D4141}"/>
              </a:ext>
            </a:extLst>
          </p:cNvPr>
          <p:cNvSpPr>
            <a:spLocks noGrp="1"/>
          </p:cNvSpPr>
          <p:nvPr>
            <p:ph sz="quarter" idx="1"/>
          </p:nvPr>
        </p:nvSpPr>
        <p:spPr>
          <a:xfrm>
            <a:off x="625349" y="1206502"/>
            <a:ext cx="7890763" cy="4688271"/>
          </a:xfrm>
        </p:spPr>
        <p:txBody>
          <a:bodyPr>
            <a:normAutofit/>
          </a:bodyPr>
          <a:lstStyle/>
          <a:p>
            <a:pPr lvl="1" fontAlgn="ctr"/>
            <a:endParaRPr lang="en-IN" sz="1800"/>
          </a:p>
        </p:txBody>
      </p:sp>
    </p:spTree>
    <p:extLst>
      <p:ext uri="{BB962C8B-B14F-4D97-AF65-F5344CB8AC3E}">
        <p14:creationId xmlns:p14="http://schemas.microsoft.com/office/powerpoint/2010/main" val="1264668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9700"/>
            <a:ext cx="6607646" cy="709084"/>
          </a:xfrm>
        </p:spPr>
        <p:txBody>
          <a:bodyPr anchor="ctr">
            <a:normAutofit/>
          </a:bodyPr>
          <a:lstStyle/>
          <a:p>
            <a:r>
              <a:rPr lang="en-US"/>
              <a:t>Project RoadMap</a:t>
            </a:r>
          </a:p>
        </p:txBody>
      </p:sp>
      <p:sp>
        <p:nvSpPr>
          <p:cNvPr id="3" name="Slide Number Placeholder 2"/>
          <p:cNvSpPr>
            <a:spLocks noGrp="1"/>
          </p:cNvSpPr>
          <p:nvPr>
            <p:ph type="sldNum" sz="quarter" idx="10"/>
          </p:nvPr>
        </p:nvSpPr>
        <p:spPr>
          <a:xfrm>
            <a:off x="3484880" y="6364022"/>
            <a:ext cx="2133600" cy="365125"/>
          </a:xfrm>
        </p:spPr>
        <p:txBody>
          <a:bodyPr anchor="ctr">
            <a:normAutofit/>
          </a:bodyPr>
          <a:lstStyle/>
          <a:p>
            <a:pPr>
              <a:spcAft>
                <a:spcPts val="600"/>
              </a:spcAft>
            </a:pPr>
            <a:fld id="{851CCF73-8DE0-4D4A-B3BF-D2A5C73C1DC2}" type="slidenum">
              <a:rPr lang="en-US" smtClean="0"/>
              <a:pPr>
                <a:spcAft>
                  <a:spcPts val="600"/>
                </a:spcAft>
              </a:pPr>
              <a:t>8</a:t>
            </a:fld>
            <a:endParaRPr lang="en-US"/>
          </a:p>
        </p:txBody>
      </p:sp>
      <p:sp>
        <p:nvSpPr>
          <p:cNvPr id="5" name="Content Placeholder 5">
            <a:extLst>
              <a:ext uri="{FF2B5EF4-FFF2-40B4-BE49-F238E27FC236}">
                <a16:creationId xmlns:a16="http://schemas.microsoft.com/office/drawing/2014/main" id="{D30AFF47-78AC-45C0-A1AA-2DAA028D4141}"/>
              </a:ext>
            </a:extLst>
          </p:cNvPr>
          <p:cNvSpPr>
            <a:spLocks noGrp="1"/>
          </p:cNvSpPr>
          <p:nvPr>
            <p:ph sz="quarter" idx="1"/>
          </p:nvPr>
        </p:nvSpPr>
        <p:spPr>
          <a:xfrm>
            <a:off x="625349" y="1206502"/>
            <a:ext cx="7890763" cy="4729477"/>
          </a:xfrm>
        </p:spPr>
        <p:txBody>
          <a:bodyPr vert="horz" lIns="91440" tIns="45720" rIns="91440" bIns="45720" anchor="t">
            <a:normAutofit/>
          </a:bodyPr>
          <a:lstStyle/>
          <a:p>
            <a:r>
              <a:rPr lang="en-US" sz="1600"/>
              <a:t>UALS Project Team has Shut Down.</a:t>
            </a:r>
            <a:br>
              <a:rPr lang="en-US" sz="1600" dirty="0"/>
            </a:br>
            <a:r>
              <a:rPr lang="en-US" sz="1600"/>
              <a:t>UALS is no longer a primary focus, and </a:t>
            </a:r>
            <a:r>
              <a:rPr lang="en-US" sz="1600" dirty="0"/>
              <a:t>the ongoing work has been moved to the CXI board. </a:t>
            </a:r>
            <a:br>
              <a:rPr lang="en-US" sz="1600" dirty="0"/>
            </a:br>
            <a:endParaRPr lang="en-US" sz="1600" dirty="0"/>
          </a:p>
          <a:p>
            <a:r>
              <a:rPr lang="en-US" sz="1600" dirty="0"/>
              <a:t>On the CXI side, there are upcoming items such as “Get Fast Cash” and “No Match” flows, which involve significant frontend development. However, these are still in early stages and not yet ready for development.</a:t>
            </a:r>
          </a:p>
          <a:p>
            <a:endParaRPr lang="en-US" sz="3200" dirty="0"/>
          </a:p>
        </p:txBody>
      </p:sp>
    </p:spTree>
    <p:extLst>
      <p:ext uri="{BB962C8B-B14F-4D97-AF65-F5344CB8AC3E}">
        <p14:creationId xmlns:p14="http://schemas.microsoft.com/office/powerpoint/2010/main" val="309001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Resources and Skills</a:t>
            </a:r>
          </a:p>
        </p:txBody>
      </p:sp>
      <p:sp>
        <p:nvSpPr>
          <p:cNvPr id="3" name="Slide Number Placeholder 2"/>
          <p:cNvSpPr>
            <a:spLocks noGrp="1"/>
          </p:cNvSpPr>
          <p:nvPr>
            <p:ph type="sldNum" sz="quarter" idx="11"/>
          </p:nvPr>
        </p:nvSpPr>
        <p:spPr/>
        <p:txBody>
          <a:bodyPr/>
          <a:lstStyle/>
          <a:p>
            <a:fld id="{851CCF73-8DE0-4D4A-B3BF-D2A5C73C1DC2}" type="slidenum">
              <a:rPr lang="en-US" smtClean="0"/>
              <a:pPr/>
              <a:t>9</a:t>
            </a:fld>
            <a:endParaRPr lang="en-US"/>
          </a:p>
        </p:txBody>
      </p:sp>
      <p:sp>
        <p:nvSpPr>
          <p:cNvPr id="5" name="Content Placeholder 5">
            <a:extLst>
              <a:ext uri="{FF2B5EF4-FFF2-40B4-BE49-F238E27FC236}">
                <a16:creationId xmlns:a16="http://schemas.microsoft.com/office/drawing/2014/main" id="{D30AFF47-78AC-45C0-A1AA-2DAA028D4141}"/>
              </a:ext>
            </a:extLst>
          </p:cNvPr>
          <p:cNvSpPr>
            <a:spLocks noGrp="1"/>
          </p:cNvSpPr>
          <p:nvPr>
            <p:ph sz="quarter" idx="1"/>
          </p:nvPr>
        </p:nvSpPr>
        <p:spPr>
          <a:xfrm>
            <a:off x="625349" y="1206502"/>
            <a:ext cx="7890763" cy="4688271"/>
          </a:xfrm>
        </p:spPr>
        <p:txBody>
          <a:bodyPr>
            <a:normAutofit/>
          </a:bodyPr>
          <a:lstStyle/>
          <a:p>
            <a:pPr fontAlgn="ctr"/>
            <a:r>
              <a:rPr lang="en-IN" sz="2200">
                <a:latin typeface="Gill Sans Light"/>
              </a:rPr>
              <a:t>N/A</a:t>
            </a:r>
            <a:endParaRPr lang="en-IN"/>
          </a:p>
        </p:txBody>
      </p:sp>
    </p:spTree>
    <p:extLst>
      <p:ext uri="{BB962C8B-B14F-4D97-AF65-F5344CB8AC3E}">
        <p14:creationId xmlns:p14="http://schemas.microsoft.com/office/powerpoint/2010/main" val="4015404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944955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V2 2014">
  <a:themeElements>
    <a:clrScheme name="V2 Theme">
      <a:dk1>
        <a:srgbClr val="494342"/>
      </a:dk1>
      <a:lt1>
        <a:sysClr val="window" lastClr="FFFFFF"/>
      </a:lt1>
      <a:dk2>
        <a:srgbClr val="2D81AF"/>
      </a:dk2>
      <a:lt2>
        <a:srgbClr val="F15A24"/>
      </a:lt2>
      <a:accent1>
        <a:srgbClr val="76B1CD"/>
      </a:accent1>
      <a:accent2>
        <a:srgbClr val="D87C43"/>
      </a:accent2>
      <a:accent3>
        <a:srgbClr val="8DA408"/>
      </a:accent3>
      <a:accent4>
        <a:srgbClr val="FBB03B"/>
      </a:accent4>
      <a:accent5>
        <a:srgbClr val="A952A5"/>
      </a:accent5>
      <a:accent6>
        <a:srgbClr val="9D9EA2"/>
      </a:accent6>
      <a:hlink>
        <a:srgbClr val="76B1CD"/>
      </a:hlink>
      <a:folHlink>
        <a:srgbClr val="F15A24"/>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V2 Theme">
    <a:dk1>
      <a:srgbClr val="494342"/>
    </a:dk1>
    <a:lt1>
      <a:sysClr val="window" lastClr="FFFFFF"/>
    </a:lt1>
    <a:dk2>
      <a:srgbClr val="2D81AF"/>
    </a:dk2>
    <a:lt2>
      <a:srgbClr val="F15A24"/>
    </a:lt2>
    <a:accent1>
      <a:srgbClr val="76B1CD"/>
    </a:accent1>
    <a:accent2>
      <a:srgbClr val="D87C43"/>
    </a:accent2>
    <a:accent3>
      <a:srgbClr val="8DA408"/>
    </a:accent3>
    <a:accent4>
      <a:srgbClr val="FBB03B"/>
    </a:accent4>
    <a:accent5>
      <a:srgbClr val="A952A5"/>
    </a:accent5>
    <a:accent6>
      <a:srgbClr val="9D9EA2"/>
    </a:accent6>
    <a:hlink>
      <a:srgbClr val="76B1CD"/>
    </a:hlink>
    <a:folHlink>
      <a:srgbClr val="F15A24"/>
    </a:folHlink>
  </a:clrScheme>
</a:themeOverride>
</file>

<file path=ppt/theme/themeOverride2.xml><?xml version="1.0" encoding="utf-8"?>
<a:themeOverride xmlns:a="http://schemas.openxmlformats.org/drawingml/2006/main">
  <a:clrScheme name="V2 Theme">
    <a:dk1>
      <a:srgbClr val="494342"/>
    </a:dk1>
    <a:lt1>
      <a:sysClr val="window" lastClr="FFFFFF"/>
    </a:lt1>
    <a:dk2>
      <a:srgbClr val="2D81AF"/>
    </a:dk2>
    <a:lt2>
      <a:srgbClr val="F15A24"/>
    </a:lt2>
    <a:accent1>
      <a:srgbClr val="76B1CD"/>
    </a:accent1>
    <a:accent2>
      <a:srgbClr val="D87C43"/>
    </a:accent2>
    <a:accent3>
      <a:srgbClr val="8DA408"/>
    </a:accent3>
    <a:accent4>
      <a:srgbClr val="FBB03B"/>
    </a:accent4>
    <a:accent5>
      <a:srgbClr val="A952A5"/>
    </a:accent5>
    <a:accent6>
      <a:srgbClr val="9D9EA2"/>
    </a:accent6>
    <a:hlink>
      <a:srgbClr val="76B1CD"/>
    </a:hlink>
    <a:folHlink>
      <a:srgbClr val="F15A24"/>
    </a:folHlink>
  </a:clrScheme>
</a:themeOverride>
</file>

<file path=ppt/theme/themeOverride3.xml><?xml version="1.0" encoding="utf-8"?>
<a:themeOverride xmlns:a="http://schemas.openxmlformats.org/drawingml/2006/main">
  <a:clrScheme name="V2 Theme">
    <a:dk1>
      <a:srgbClr val="494342"/>
    </a:dk1>
    <a:lt1>
      <a:sysClr val="window" lastClr="FFFFFF"/>
    </a:lt1>
    <a:dk2>
      <a:srgbClr val="2D81AF"/>
    </a:dk2>
    <a:lt2>
      <a:srgbClr val="F15A24"/>
    </a:lt2>
    <a:accent1>
      <a:srgbClr val="76B1CD"/>
    </a:accent1>
    <a:accent2>
      <a:srgbClr val="D87C43"/>
    </a:accent2>
    <a:accent3>
      <a:srgbClr val="8DA408"/>
    </a:accent3>
    <a:accent4>
      <a:srgbClr val="FBB03B"/>
    </a:accent4>
    <a:accent5>
      <a:srgbClr val="A952A5"/>
    </a:accent5>
    <a:accent6>
      <a:srgbClr val="9D9EA2"/>
    </a:accent6>
    <a:hlink>
      <a:srgbClr val="76B1CD"/>
    </a:hlink>
    <a:folHlink>
      <a:srgbClr val="F15A2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8115A505E920458439EA2D0990506C" ma:contentTypeVersion="6" ma:contentTypeDescription="Create a new document." ma:contentTypeScope="" ma:versionID="4723771481a9aba95378039daa94b88f">
  <xsd:schema xmlns:xsd="http://www.w3.org/2001/XMLSchema" xmlns:xs="http://www.w3.org/2001/XMLSchema" xmlns:p="http://schemas.microsoft.com/office/2006/metadata/properties" xmlns:ns2="4a4c05dd-df60-40a2-8484-219aa1d78252" xmlns:ns3="b1190d85-c0e6-4344-a882-7b3839a01e96" targetNamespace="http://schemas.microsoft.com/office/2006/metadata/properties" ma:root="true" ma:fieldsID="8b172b6740cd2a435fbb3df075f3f220" ns2:_="" ns3:_="">
    <xsd:import namespace="4a4c05dd-df60-40a2-8484-219aa1d78252"/>
    <xsd:import namespace="b1190d85-c0e6-4344-a882-7b3839a01e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4c05dd-df60-40a2-8484-219aa1d78252"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description="" ma:internalName="MediaServiceAutoTags" ma:readOnly="true">
      <xsd:simpleType>
        <xsd:restriction base="dms:Text"/>
      </xsd:simpleType>
    </xsd:element>
    <xsd:element name="MediaServiceDateTaken" ma:index="13" nillable="true" ma:displayName="MediaServiceDateTaken" ma:descriptio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190d85-c0e6-4344-a882-7b3839a01e96"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615A71-B4F0-45F5-8DBB-6F3A52761ADA}">
  <ds:schemaRefs>
    <ds:schemaRef ds:uri="4a4c05dd-df60-40a2-8484-219aa1d78252"/>
    <ds:schemaRef ds:uri="b1190d85-c0e6-4344-a882-7b3839a01e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B5BFA2F-D574-42CC-996A-2038CEC6CAE3}">
  <ds:schemaRefs>
    <ds:schemaRef ds:uri="4a4c05dd-df60-40a2-8484-219aa1d78252"/>
    <ds:schemaRef ds:uri="b1190d85-c0e6-4344-a882-7b3839a01e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B8BF2C1-E786-4160-A75F-26F487C993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V2 2014</vt:lpstr>
      <vt:lpstr>Unified Agent Led Shopping</vt:lpstr>
      <vt:lpstr>Agenda</vt:lpstr>
      <vt:lpstr>Goals Achieved </vt:lpstr>
      <vt:lpstr>Carry Over </vt:lpstr>
      <vt:lpstr>Reopen Tickets </vt:lpstr>
      <vt:lpstr>Key takeaways other than goals</vt:lpstr>
      <vt:lpstr>Challenges Faced and Mitigation plan</vt:lpstr>
      <vt:lpstr>Project RoadMap</vt:lpstr>
      <vt:lpstr>Resources and Skills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Hall</dc:creator>
  <dc:description>Doc. Ref. No.: V2/DOC/COM/012                   Rev. No.: 2                                 W.e.f : 3 Feb 2016</dc:description>
  <cp:revision>31</cp:revision>
  <dcterms:created xsi:type="dcterms:W3CDTF">2014-09-05T18:58:01Z</dcterms:created>
  <dcterms:modified xsi:type="dcterms:W3CDTF">2026-04-02T17:52:52Z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0x0101004F8115A505E920458439EA2D0990506C</vt:lpwstr>
  </property>
</Properties>
</file>